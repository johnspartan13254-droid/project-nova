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80" d="100"/>
          <a:sy n="80" d="100"/>
        </p:scale>
        <p:origin x="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vis Rose" userId="ae0465b461024fd3" providerId="LiveId" clId="{DE204AF9-4C08-4921-83CB-D732892F22D0}"/>
    <pc:docChg chg="custSel mod addSld delSld modSld addMainMaster delMainMaster modMainMaster modNotesMaster setSldSz">
      <pc:chgData name="Travis Rose" userId="ae0465b461024fd3" providerId="LiveId" clId="{DE204AF9-4C08-4921-83CB-D732892F22D0}" dt="2026-08-20T16:54:43.755" v="3" actId="26606"/>
      <pc:docMkLst>
        <pc:docMk/>
      </pc:docMkLst>
      <pc:sldChg chg="add">
        <pc:chgData name="Travis Rose" userId="ae0465b461024fd3" providerId="LiveId" clId="{DE204AF9-4C08-4921-83CB-D732892F22D0}" dt="2026-08-20T15:36:10.448" v="2" actId="26606"/>
        <pc:sldMkLst>
          <pc:docMk/>
          <pc:sldMk cId="0" sldId="256"/>
        </pc:sldMkLst>
      </pc:sldChg>
      <pc:sldChg chg="add">
        <pc:chgData name="Travis Rose" userId="ae0465b461024fd3" providerId="LiveId" clId="{DE204AF9-4C08-4921-83CB-D732892F22D0}" dt="2026-08-20T15:36:10.448" v="2" actId="26606"/>
        <pc:sldMkLst>
          <pc:docMk/>
          <pc:sldMk cId="0" sldId="257"/>
        </pc:sldMkLst>
      </pc:sldChg>
      <pc:sldChg chg="add">
        <pc:chgData name="Travis Rose" userId="ae0465b461024fd3" providerId="LiveId" clId="{DE204AF9-4C08-4921-83CB-D732892F22D0}" dt="2026-08-20T15:36:10.448" v="2" actId="26606"/>
        <pc:sldMkLst>
          <pc:docMk/>
          <pc:sldMk cId="0" sldId="258"/>
        </pc:sldMkLst>
      </pc:sldChg>
      <pc:sldChg chg="add">
        <pc:chgData name="Travis Rose" userId="ae0465b461024fd3" providerId="LiveId" clId="{DE204AF9-4C08-4921-83CB-D732892F22D0}" dt="2026-08-20T15:36:10.448" v="2" actId="26606"/>
        <pc:sldMkLst>
          <pc:docMk/>
          <pc:sldMk cId="0" sldId="259"/>
        </pc:sldMkLst>
      </pc:sldChg>
      <pc:sldChg chg="add">
        <pc:chgData name="Travis Rose" userId="ae0465b461024fd3" providerId="LiveId" clId="{DE204AF9-4C08-4921-83CB-D732892F22D0}" dt="2026-08-20T15:36:10.448" v="2" actId="26606"/>
        <pc:sldMkLst>
          <pc:docMk/>
          <pc:sldMk cId="0" sldId="260"/>
        </pc:sldMkLst>
      </pc:sldChg>
      <pc:sldChg chg="modSp add mod">
        <pc:chgData name="Travis Rose" userId="ae0465b461024fd3" providerId="LiveId" clId="{DE204AF9-4C08-4921-83CB-D732892F22D0}" dt="2026-08-20T16:54:43.755" v="3" actId="26606"/>
        <pc:sldMkLst>
          <pc:docMk/>
          <pc:sldMk cId="0" sldId="261"/>
        </pc:sldMkLst>
        <pc:spChg chg="mod">
          <ac:chgData name="Travis Rose" userId="ae0465b461024fd3" providerId="LiveId" clId="{DE204AF9-4C08-4921-83CB-D732892F22D0}" dt="2026-08-20T16:54:43.755" v="3" actId="26606"/>
          <ac:spMkLst>
            <pc:docMk/>
            <pc:sldMk cId="0" sldId="261"/>
            <ac:spMk id="9" creationId="{00000000-0000-0000-0000-000000000000}"/>
          </ac:spMkLst>
        </pc:spChg>
        <pc:spChg chg="mod">
          <ac:chgData name="Travis Rose" userId="ae0465b461024fd3" providerId="LiveId" clId="{DE204AF9-4C08-4921-83CB-D732892F22D0}" dt="2026-08-20T16:54:43.755" v="3" actId="26606"/>
          <ac:spMkLst>
            <pc:docMk/>
            <pc:sldMk cId="0" sldId="261"/>
            <ac:spMk id="11" creationId="{00000000-0000-0000-0000-000000000000}"/>
          </ac:spMkLst>
        </pc:spChg>
        <pc:spChg chg="mod">
          <ac:chgData name="Travis Rose" userId="ae0465b461024fd3" providerId="LiveId" clId="{DE204AF9-4C08-4921-83CB-D732892F22D0}" dt="2026-08-20T16:54:43.755" v="3" actId="26606"/>
          <ac:spMkLst>
            <pc:docMk/>
            <pc:sldMk cId="0" sldId="261"/>
            <ac:spMk id="15" creationId="{00000000-0000-0000-0000-000000000000}"/>
          </ac:spMkLst>
        </pc:spChg>
        <pc:spChg chg="mod">
          <ac:chgData name="Travis Rose" userId="ae0465b461024fd3" providerId="LiveId" clId="{DE204AF9-4C08-4921-83CB-D732892F22D0}" dt="2026-08-20T16:54:43.755" v="3" actId="26606"/>
          <ac:spMkLst>
            <pc:docMk/>
            <pc:sldMk cId="0" sldId="261"/>
            <ac:spMk id="19" creationId="{00000000-0000-0000-0000-000000000000}"/>
          </ac:spMkLst>
        </pc:spChg>
        <pc:spChg chg="mod">
          <ac:chgData name="Travis Rose" userId="ae0465b461024fd3" providerId="LiveId" clId="{DE204AF9-4C08-4921-83CB-D732892F22D0}" dt="2026-08-20T16:54:43.755" v="3" actId="26606"/>
          <ac:spMkLst>
            <pc:docMk/>
            <pc:sldMk cId="0" sldId="261"/>
            <ac:spMk id="23" creationId="{00000000-0000-0000-0000-000000000000}"/>
          </ac:spMkLst>
        </pc:spChg>
        <pc:spChg chg="mod">
          <ac:chgData name="Travis Rose" userId="ae0465b461024fd3" providerId="LiveId" clId="{DE204AF9-4C08-4921-83CB-D732892F22D0}" dt="2026-08-20T16:54:43.755" v="3" actId="26606"/>
          <ac:spMkLst>
            <pc:docMk/>
            <pc:sldMk cId="0" sldId="261"/>
            <ac:spMk id="27" creationId="{00000000-0000-0000-0000-000000000000}"/>
          </ac:spMkLst>
        </pc:spChg>
      </pc:sldChg>
      <pc:sldChg chg="add">
        <pc:chgData name="Travis Rose" userId="ae0465b461024fd3" providerId="LiveId" clId="{DE204AF9-4C08-4921-83CB-D732892F22D0}" dt="2026-08-20T15:36:10.448" v="2" actId="26606"/>
        <pc:sldMkLst>
          <pc:docMk/>
          <pc:sldMk cId="0" sldId="262"/>
        </pc:sldMkLst>
      </pc:sldChg>
      <pc:sldChg chg="add">
        <pc:chgData name="Travis Rose" userId="ae0465b461024fd3" providerId="LiveId" clId="{DE204AF9-4C08-4921-83CB-D732892F22D0}" dt="2026-08-20T15:36:10.448" v="2" actId="26606"/>
        <pc:sldMkLst>
          <pc:docMk/>
          <pc:sldMk cId="0" sldId="263"/>
        </pc:sldMkLst>
      </pc:sldChg>
      <pc:sldChg chg="del replId">
        <pc:chgData name="Travis Rose" userId="ae0465b461024fd3" providerId="LiveId" clId="{DE204AF9-4C08-4921-83CB-D732892F22D0}" dt="2026-08-20T15:36:10.448" v="2" actId="26606"/>
        <pc:sldMkLst>
          <pc:docMk/>
          <pc:sldMk cId="2102207125" sldId="264"/>
        </pc:sldMkLst>
      </pc:sldChg>
      <pc:sldMasterChg chg="add addSldLayout delSldLayout modSldLayout sldLayoutOrd">
        <pc:chgData name="Travis Rose" userId="ae0465b461024fd3" providerId="LiveId" clId="{DE204AF9-4C08-4921-83CB-D732892F22D0}" dt="2026-08-20T15:36:10.448" v="2" actId="26606"/>
        <pc:sldMasterMkLst>
          <pc:docMk/>
          <pc:sldMasterMk cId="385589873" sldId="2147483648"/>
        </pc:sldMasterMkLst>
        <pc:sldLayoutChg chg="add">
          <pc:chgData name="Travis Rose" userId="ae0465b461024fd3" providerId="LiveId" clId="{DE204AF9-4C08-4921-83CB-D732892F22D0}" dt="2026-08-20T15:36:10.448" v="2" actId="26606"/>
          <pc:sldLayoutMkLst>
            <pc:docMk/>
            <pc:sldMasterMk cId="385589873" sldId="2147483648"/>
            <pc:sldLayoutMk cId="0" sldId="2147483649"/>
          </pc:sldLayoutMkLst>
        </pc:sldLayoutChg>
        <pc:sldLayoutChg chg="add">
          <pc:chgData name="Travis Rose" userId="ae0465b461024fd3" providerId="LiveId" clId="{DE204AF9-4C08-4921-83CB-D732892F22D0}" dt="2026-08-20T15:36:10.448" v="2" actId="26606"/>
          <pc:sldLayoutMkLst>
            <pc:docMk/>
            <pc:sldMasterMk cId="385589873" sldId="2147483648"/>
            <pc:sldLayoutMk cId="0" sldId="2147483650"/>
          </pc:sldLayoutMkLst>
        </pc:sldLayoutChg>
        <pc:sldLayoutChg chg="add">
          <pc:chgData name="Travis Rose" userId="ae0465b461024fd3" providerId="LiveId" clId="{DE204AF9-4C08-4921-83CB-D732892F22D0}" dt="2026-08-20T15:36:10.448" v="2" actId="26606"/>
          <pc:sldLayoutMkLst>
            <pc:docMk/>
            <pc:sldMasterMk cId="385589873" sldId="2147483648"/>
            <pc:sldLayoutMk cId="0" sldId="2147483651"/>
          </pc:sldLayoutMkLst>
        </pc:sldLayoutChg>
        <pc:sldLayoutChg chg="add">
          <pc:chgData name="Travis Rose" userId="ae0465b461024fd3" providerId="LiveId" clId="{DE204AF9-4C08-4921-83CB-D732892F22D0}" dt="2026-08-20T15:36:10.448" v="2" actId="26606"/>
          <pc:sldLayoutMkLst>
            <pc:docMk/>
            <pc:sldMasterMk cId="385589873" sldId="2147483648"/>
            <pc:sldLayoutMk cId="0" sldId="2147483652"/>
          </pc:sldLayoutMkLst>
        </pc:sldLayoutChg>
        <pc:sldLayoutChg chg="add">
          <pc:chgData name="Travis Rose" userId="ae0465b461024fd3" providerId="LiveId" clId="{DE204AF9-4C08-4921-83CB-D732892F22D0}" dt="2026-08-20T15:36:10.448" v="2" actId="26606"/>
          <pc:sldLayoutMkLst>
            <pc:docMk/>
            <pc:sldMasterMk cId="385589873" sldId="2147483648"/>
            <pc:sldLayoutMk cId="0" sldId="2147483653"/>
          </pc:sldLayoutMkLst>
        </pc:sldLayoutChg>
        <pc:sldLayoutChg chg="modSp del mod ord">
          <pc:chgData name="Travis Rose" userId="ae0465b461024fd3" providerId="LiveId" clId="{DE204AF9-4C08-4921-83CB-D732892F22D0}" dt="2026-08-20T15:36:10.448" v="2" actId="26606"/>
          <pc:sldLayoutMkLst>
            <pc:docMk/>
            <pc:sldMasterMk cId="385589873" sldId="2147483648"/>
            <pc:sldLayoutMk cId="4085572786" sldId="2147483654"/>
          </pc:sldLayoutMkLst>
          <pc:spChg chg="mod">
            <ac:chgData name="Travis Rose" userId="ae0465b461024fd3" providerId="LiveId" clId="{DE204AF9-4C08-4921-83CB-D732892F22D0}" dt="2026-08-20T15:36:10.448" v="2" actId="26606"/>
            <ac:spMkLst>
              <pc:docMk/>
              <pc:sldMasterMk cId="385589873" sldId="2147483648"/>
              <pc:sldLayoutMk cId="4085572786" sldId="2147483654"/>
              <ac:spMk id="2" creationId="{246FE09A-52CA-77ED-A92E-72323FF655FE}"/>
            </ac:spMkLst>
          </pc:spChg>
          <pc:spChg chg="mod">
            <ac:chgData name="Travis Rose" userId="ae0465b461024fd3" providerId="LiveId" clId="{DE204AF9-4C08-4921-83CB-D732892F22D0}" dt="2026-08-20T15:36:10.448" v="2" actId="26606"/>
            <ac:spMkLst>
              <pc:docMk/>
              <pc:sldMasterMk cId="385589873" sldId="2147483648"/>
              <pc:sldLayoutMk cId="4085572786" sldId="2147483654"/>
              <ac:spMk id="3" creationId="{79EEF3ED-4065-F45B-BB29-4AAD19B9247B}"/>
            </ac:spMkLst>
          </pc:spChg>
          <pc:spChg chg="mod">
            <ac:chgData name="Travis Rose" userId="ae0465b461024fd3" providerId="LiveId" clId="{DE204AF9-4C08-4921-83CB-D732892F22D0}" dt="2026-08-20T15:36:10.448" v="2" actId="26606"/>
            <ac:spMkLst>
              <pc:docMk/>
              <pc:sldMasterMk cId="385589873" sldId="2147483648"/>
              <pc:sldLayoutMk cId="4085572786" sldId="2147483654"/>
              <ac:spMk id="4" creationId="{4BBA18C6-9A1E-0C5F-5261-E4B7003E19B2}"/>
            </ac:spMkLst>
          </pc:spChg>
          <pc:spChg chg="mod">
            <ac:chgData name="Travis Rose" userId="ae0465b461024fd3" providerId="LiveId" clId="{DE204AF9-4C08-4921-83CB-D732892F22D0}" dt="2026-08-20T15:36:10.448" v="2" actId="26606"/>
            <ac:spMkLst>
              <pc:docMk/>
              <pc:sldMasterMk cId="385589873" sldId="2147483648"/>
              <pc:sldLayoutMk cId="4085572786" sldId="2147483654"/>
              <ac:spMk id="5" creationId="{59888153-1C29-1AC7-DA7A-EEB2ACB87821}"/>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1621975006" sldId="2147483655"/>
          </pc:sldLayoutMkLst>
          <pc:spChg chg="mod">
            <ac:chgData name="Travis Rose" userId="ae0465b461024fd3" providerId="LiveId" clId="{DE204AF9-4C08-4921-83CB-D732892F22D0}" dt="2026-08-20T15:36:10.448" v="2" actId="26606"/>
            <ac:spMkLst>
              <pc:docMk/>
              <pc:sldMasterMk cId="385589873" sldId="2147483648"/>
              <pc:sldLayoutMk cId="1621975006" sldId="2147483655"/>
              <ac:spMk id="2" creationId="{19C9C3C7-115B-EF6F-EA8D-0512245D8462}"/>
            </ac:spMkLst>
          </pc:spChg>
          <pc:spChg chg="mod">
            <ac:chgData name="Travis Rose" userId="ae0465b461024fd3" providerId="LiveId" clId="{DE204AF9-4C08-4921-83CB-D732892F22D0}" dt="2026-08-20T15:36:10.448" v="2" actId="26606"/>
            <ac:spMkLst>
              <pc:docMk/>
              <pc:sldMasterMk cId="385589873" sldId="2147483648"/>
              <pc:sldLayoutMk cId="1621975006" sldId="2147483655"/>
              <ac:spMk id="3" creationId="{B2DE9EAF-4C96-574B-D91B-4F22C6B55CA2}"/>
            </ac:spMkLst>
          </pc:spChg>
          <pc:spChg chg="mod">
            <ac:chgData name="Travis Rose" userId="ae0465b461024fd3" providerId="LiveId" clId="{DE204AF9-4C08-4921-83CB-D732892F22D0}" dt="2026-08-20T15:36:10.448" v="2" actId="26606"/>
            <ac:spMkLst>
              <pc:docMk/>
              <pc:sldMasterMk cId="385589873" sldId="2147483648"/>
              <pc:sldLayoutMk cId="1621975006" sldId="2147483655"/>
              <ac:spMk id="4" creationId="{C7C60DCA-991A-AAB8-A88F-8726913D3648}"/>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3391148265" sldId="2147483656"/>
          </pc:sldLayoutMkLst>
          <pc:spChg chg="mod">
            <ac:chgData name="Travis Rose" userId="ae0465b461024fd3" providerId="LiveId" clId="{DE204AF9-4C08-4921-83CB-D732892F22D0}" dt="2026-08-20T15:36:10.448" v="2" actId="26606"/>
            <ac:spMkLst>
              <pc:docMk/>
              <pc:sldMasterMk cId="385589873" sldId="2147483648"/>
              <pc:sldLayoutMk cId="3391148265" sldId="2147483656"/>
              <ac:spMk id="2" creationId="{2407CD14-82BB-920B-691C-5B2D31A3BC4E}"/>
            </ac:spMkLst>
          </pc:spChg>
          <pc:spChg chg="mod">
            <ac:chgData name="Travis Rose" userId="ae0465b461024fd3" providerId="LiveId" clId="{DE204AF9-4C08-4921-83CB-D732892F22D0}" dt="2026-08-20T15:36:10.448" v="2" actId="26606"/>
            <ac:spMkLst>
              <pc:docMk/>
              <pc:sldMasterMk cId="385589873" sldId="2147483648"/>
              <pc:sldLayoutMk cId="3391148265" sldId="2147483656"/>
              <ac:spMk id="3" creationId="{06FC5226-D3AB-AD0A-2317-946E11701262}"/>
            </ac:spMkLst>
          </pc:spChg>
          <pc:spChg chg="mod">
            <ac:chgData name="Travis Rose" userId="ae0465b461024fd3" providerId="LiveId" clId="{DE204AF9-4C08-4921-83CB-D732892F22D0}" dt="2026-08-20T15:36:10.448" v="2" actId="26606"/>
            <ac:spMkLst>
              <pc:docMk/>
              <pc:sldMasterMk cId="385589873" sldId="2147483648"/>
              <pc:sldLayoutMk cId="3391148265" sldId="2147483656"/>
              <ac:spMk id="4" creationId="{8A5AD2D3-6107-EA5D-2FC9-3CF45BEEA149}"/>
            </ac:spMkLst>
          </pc:spChg>
          <pc:spChg chg="mod">
            <ac:chgData name="Travis Rose" userId="ae0465b461024fd3" providerId="LiveId" clId="{DE204AF9-4C08-4921-83CB-D732892F22D0}" dt="2026-08-20T15:36:10.448" v="2" actId="26606"/>
            <ac:spMkLst>
              <pc:docMk/>
              <pc:sldMasterMk cId="385589873" sldId="2147483648"/>
              <pc:sldLayoutMk cId="3391148265" sldId="2147483656"/>
              <ac:spMk id="5" creationId="{F8C5AEFD-4CBD-26B8-D0B3-41C6EC68D4F4}"/>
            </ac:spMkLst>
          </pc:spChg>
          <pc:spChg chg="mod">
            <ac:chgData name="Travis Rose" userId="ae0465b461024fd3" providerId="LiveId" clId="{DE204AF9-4C08-4921-83CB-D732892F22D0}" dt="2026-08-20T15:36:10.448" v="2" actId="26606"/>
            <ac:spMkLst>
              <pc:docMk/>
              <pc:sldMasterMk cId="385589873" sldId="2147483648"/>
              <pc:sldLayoutMk cId="3391148265" sldId="2147483656"/>
              <ac:spMk id="6" creationId="{5EF245BB-7DD6-0E70-A7B2-1363E9BBB04D}"/>
            </ac:spMkLst>
          </pc:spChg>
          <pc:spChg chg="mod">
            <ac:chgData name="Travis Rose" userId="ae0465b461024fd3" providerId="LiveId" clId="{DE204AF9-4C08-4921-83CB-D732892F22D0}" dt="2026-08-20T15:36:10.448" v="2" actId="26606"/>
            <ac:spMkLst>
              <pc:docMk/>
              <pc:sldMasterMk cId="385589873" sldId="2147483648"/>
              <pc:sldLayoutMk cId="3391148265" sldId="2147483656"/>
              <ac:spMk id="7" creationId="{F8AB767A-117F-699E-AEDF-44A7E8443D42}"/>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2490865422" sldId="2147483657"/>
          </pc:sldLayoutMkLst>
          <pc:spChg chg="mod">
            <ac:chgData name="Travis Rose" userId="ae0465b461024fd3" providerId="LiveId" clId="{DE204AF9-4C08-4921-83CB-D732892F22D0}" dt="2026-08-20T15:36:10.448" v="2" actId="26606"/>
            <ac:spMkLst>
              <pc:docMk/>
              <pc:sldMasterMk cId="385589873" sldId="2147483648"/>
              <pc:sldLayoutMk cId="2490865422" sldId="2147483657"/>
              <ac:spMk id="2" creationId="{7A7D05A8-42D5-C04B-B6F6-471BE737967C}"/>
            </ac:spMkLst>
          </pc:spChg>
          <pc:spChg chg="mod">
            <ac:chgData name="Travis Rose" userId="ae0465b461024fd3" providerId="LiveId" clId="{DE204AF9-4C08-4921-83CB-D732892F22D0}" dt="2026-08-20T15:36:10.448" v="2" actId="26606"/>
            <ac:spMkLst>
              <pc:docMk/>
              <pc:sldMasterMk cId="385589873" sldId="2147483648"/>
              <pc:sldLayoutMk cId="2490865422" sldId="2147483657"/>
              <ac:spMk id="3" creationId="{C614801D-C321-B79A-90A6-67C76CDC2792}"/>
            </ac:spMkLst>
          </pc:spChg>
          <pc:spChg chg="mod">
            <ac:chgData name="Travis Rose" userId="ae0465b461024fd3" providerId="LiveId" clId="{DE204AF9-4C08-4921-83CB-D732892F22D0}" dt="2026-08-20T15:36:10.448" v="2" actId="26606"/>
            <ac:spMkLst>
              <pc:docMk/>
              <pc:sldMasterMk cId="385589873" sldId="2147483648"/>
              <pc:sldLayoutMk cId="2490865422" sldId="2147483657"/>
              <ac:spMk id="4" creationId="{E9AF0008-E7B0-0250-459F-2BDECFE145C2}"/>
            </ac:spMkLst>
          </pc:spChg>
          <pc:spChg chg="mod">
            <ac:chgData name="Travis Rose" userId="ae0465b461024fd3" providerId="LiveId" clId="{DE204AF9-4C08-4921-83CB-D732892F22D0}" dt="2026-08-20T15:36:10.448" v="2" actId="26606"/>
            <ac:spMkLst>
              <pc:docMk/>
              <pc:sldMasterMk cId="385589873" sldId="2147483648"/>
              <pc:sldLayoutMk cId="2490865422" sldId="2147483657"/>
              <ac:spMk id="5" creationId="{BD4C6922-EEC6-B0CA-3C57-048D3C44FD85}"/>
            </ac:spMkLst>
          </pc:spChg>
          <pc:spChg chg="mod">
            <ac:chgData name="Travis Rose" userId="ae0465b461024fd3" providerId="LiveId" clId="{DE204AF9-4C08-4921-83CB-D732892F22D0}" dt="2026-08-20T15:36:10.448" v="2" actId="26606"/>
            <ac:spMkLst>
              <pc:docMk/>
              <pc:sldMasterMk cId="385589873" sldId="2147483648"/>
              <pc:sldLayoutMk cId="2490865422" sldId="2147483657"/>
              <ac:spMk id="6" creationId="{1AC5BADC-D63A-3EC2-BF1D-1C196AE569BF}"/>
            </ac:spMkLst>
          </pc:spChg>
          <pc:spChg chg="mod">
            <ac:chgData name="Travis Rose" userId="ae0465b461024fd3" providerId="LiveId" clId="{DE204AF9-4C08-4921-83CB-D732892F22D0}" dt="2026-08-20T15:36:10.448" v="2" actId="26606"/>
            <ac:spMkLst>
              <pc:docMk/>
              <pc:sldMasterMk cId="385589873" sldId="2147483648"/>
              <pc:sldLayoutMk cId="2490865422" sldId="2147483657"/>
              <ac:spMk id="7" creationId="{A0B67CED-5A90-DED7-6970-259E0204AC56}"/>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1825594751" sldId="2147483658"/>
          </pc:sldLayoutMkLst>
          <pc:spChg chg="mod">
            <ac:chgData name="Travis Rose" userId="ae0465b461024fd3" providerId="LiveId" clId="{DE204AF9-4C08-4921-83CB-D732892F22D0}" dt="2026-08-20T15:36:10.448" v="2" actId="26606"/>
            <ac:spMkLst>
              <pc:docMk/>
              <pc:sldMasterMk cId="385589873" sldId="2147483648"/>
              <pc:sldLayoutMk cId="1825594751" sldId="2147483658"/>
              <ac:spMk id="2" creationId="{2624675B-09AA-962A-DDC8-AB8598D6AF0C}"/>
            </ac:spMkLst>
          </pc:spChg>
          <pc:spChg chg="mod">
            <ac:chgData name="Travis Rose" userId="ae0465b461024fd3" providerId="LiveId" clId="{DE204AF9-4C08-4921-83CB-D732892F22D0}" dt="2026-08-20T15:36:10.448" v="2" actId="26606"/>
            <ac:spMkLst>
              <pc:docMk/>
              <pc:sldMasterMk cId="385589873" sldId="2147483648"/>
              <pc:sldLayoutMk cId="1825594751" sldId="2147483658"/>
              <ac:spMk id="3" creationId="{246BDC64-5A32-CCFC-B5E0-415FC738F5EA}"/>
            </ac:spMkLst>
          </pc:spChg>
          <pc:spChg chg="mod">
            <ac:chgData name="Travis Rose" userId="ae0465b461024fd3" providerId="LiveId" clId="{DE204AF9-4C08-4921-83CB-D732892F22D0}" dt="2026-08-20T15:36:10.448" v="2" actId="26606"/>
            <ac:spMkLst>
              <pc:docMk/>
              <pc:sldMasterMk cId="385589873" sldId="2147483648"/>
              <pc:sldLayoutMk cId="1825594751" sldId="2147483658"/>
              <ac:spMk id="4" creationId="{4938446B-A3E7-AC5B-E62E-79F5E9CE2493}"/>
            </ac:spMkLst>
          </pc:spChg>
          <pc:spChg chg="mod">
            <ac:chgData name="Travis Rose" userId="ae0465b461024fd3" providerId="LiveId" clId="{DE204AF9-4C08-4921-83CB-D732892F22D0}" dt="2026-08-20T15:36:10.448" v="2" actId="26606"/>
            <ac:spMkLst>
              <pc:docMk/>
              <pc:sldMasterMk cId="385589873" sldId="2147483648"/>
              <pc:sldLayoutMk cId="1825594751" sldId="2147483658"/>
              <ac:spMk id="5" creationId="{D3B0BC08-023C-8C55-DD58-C6B036C7978F}"/>
            </ac:spMkLst>
          </pc:spChg>
          <pc:spChg chg="mod">
            <ac:chgData name="Travis Rose" userId="ae0465b461024fd3" providerId="LiveId" clId="{DE204AF9-4C08-4921-83CB-D732892F22D0}" dt="2026-08-20T15:36:10.448" v="2" actId="26606"/>
            <ac:spMkLst>
              <pc:docMk/>
              <pc:sldMasterMk cId="385589873" sldId="2147483648"/>
              <pc:sldLayoutMk cId="1825594751" sldId="2147483658"/>
              <ac:spMk id="6" creationId="{8C8297EF-8243-F9FE-D78B-FECA34E2804A}"/>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3821086803" sldId="2147483659"/>
          </pc:sldLayoutMkLst>
          <pc:spChg chg="mod">
            <ac:chgData name="Travis Rose" userId="ae0465b461024fd3" providerId="LiveId" clId="{DE204AF9-4C08-4921-83CB-D732892F22D0}" dt="2026-08-20T15:36:10.448" v="2" actId="26606"/>
            <ac:spMkLst>
              <pc:docMk/>
              <pc:sldMasterMk cId="385589873" sldId="2147483648"/>
              <pc:sldLayoutMk cId="3821086803" sldId="2147483659"/>
              <ac:spMk id="2" creationId="{246264FA-7B46-0AA6-D736-D0B121CAEF18}"/>
            </ac:spMkLst>
          </pc:spChg>
          <pc:spChg chg="mod">
            <ac:chgData name="Travis Rose" userId="ae0465b461024fd3" providerId="LiveId" clId="{DE204AF9-4C08-4921-83CB-D732892F22D0}" dt="2026-08-20T15:36:10.448" v="2" actId="26606"/>
            <ac:spMkLst>
              <pc:docMk/>
              <pc:sldMasterMk cId="385589873" sldId="2147483648"/>
              <pc:sldLayoutMk cId="3821086803" sldId="2147483659"/>
              <ac:spMk id="3" creationId="{57295693-AEB4-5B1E-B13D-126F6040A612}"/>
            </ac:spMkLst>
          </pc:spChg>
          <pc:spChg chg="mod">
            <ac:chgData name="Travis Rose" userId="ae0465b461024fd3" providerId="LiveId" clId="{DE204AF9-4C08-4921-83CB-D732892F22D0}" dt="2026-08-20T15:36:10.448" v="2" actId="26606"/>
            <ac:spMkLst>
              <pc:docMk/>
              <pc:sldMasterMk cId="385589873" sldId="2147483648"/>
              <pc:sldLayoutMk cId="3821086803" sldId="2147483659"/>
              <ac:spMk id="4" creationId="{584206BE-91EA-D4ED-FEDB-CD909DF74564}"/>
            </ac:spMkLst>
          </pc:spChg>
          <pc:spChg chg="mod">
            <ac:chgData name="Travis Rose" userId="ae0465b461024fd3" providerId="LiveId" clId="{DE204AF9-4C08-4921-83CB-D732892F22D0}" dt="2026-08-20T15:36:10.448" v="2" actId="26606"/>
            <ac:spMkLst>
              <pc:docMk/>
              <pc:sldMasterMk cId="385589873" sldId="2147483648"/>
              <pc:sldLayoutMk cId="3821086803" sldId="2147483659"/>
              <ac:spMk id="5" creationId="{3B50BAA7-90ED-EE75-968D-6E97F3C04385}"/>
            </ac:spMkLst>
          </pc:spChg>
          <pc:spChg chg="mod">
            <ac:chgData name="Travis Rose" userId="ae0465b461024fd3" providerId="LiveId" clId="{DE204AF9-4C08-4921-83CB-D732892F22D0}" dt="2026-08-20T15:36:10.448" v="2" actId="26606"/>
            <ac:spMkLst>
              <pc:docMk/>
              <pc:sldMasterMk cId="385589873" sldId="2147483648"/>
              <pc:sldLayoutMk cId="3821086803" sldId="2147483659"/>
              <ac:spMk id="6" creationId="{2DDBCB65-5359-8840-49F9-0E547979160B}"/>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1112173421" sldId="2147483661"/>
          </pc:sldLayoutMkLst>
          <pc:spChg chg="mod">
            <ac:chgData name="Travis Rose" userId="ae0465b461024fd3" providerId="LiveId" clId="{DE204AF9-4C08-4921-83CB-D732892F22D0}" dt="2026-08-20T15:36:10.448" v="2" actId="26606"/>
            <ac:spMkLst>
              <pc:docMk/>
              <pc:sldMasterMk cId="385589873" sldId="2147483648"/>
              <pc:sldLayoutMk cId="1112173421" sldId="2147483661"/>
              <ac:spMk id="2" creationId="{8A64BDE8-24B0-E066-2FD5-64128101EADB}"/>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3" creationId="{A0EF0794-60DF-3C9F-0C72-F261013B993E}"/>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4" creationId="{578102DA-27E9-A9CB-7635-29E9523659F5}"/>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5" creationId="{1ED33981-2A27-28F4-191C-DB40F8221088}"/>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6" creationId="{B417B65E-9579-0EBE-92E1-7F98451DB04A}"/>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7" creationId="{D8AE57C1-17DE-ADBA-504C-163ED43BB6BA}"/>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8" creationId="{B7BBE77E-FF7C-43F7-965E-D879B0BAD0C9}"/>
            </ac:spMkLst>
          </pc:spChg>
          <pc:spChg chg="mod">
            <ac:chgData name="Travis Rose" userId="ae0465b461024fd3" providerId="LiveId" clId="{DE204AF9-4C08-4921-83CB-D732892F22D0}" dt="2026-08-20T15:36:10.448" v="2" actId="26606"/>
            <ac:spMkLst>
              <pc:docMk/>
              <pc:sldMasterMk cId="385589873" sldId="2147483648"/>
              <pc:sldLayoutMk cId="1112173421" sldId="2147483661"/>
              <ac:spMk id="9" creationId="{A72DE2C4-F4CB-1322-8BBB-876340560D37}"/>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1222561203" sldId="2147483662"/>
          </pc:sldLayoutMkLst>
          <pc:spChg chg="mod">
            <ac:chgData name="Travis Rose" userId="ae0465b461024fd3" providerId="LiveId" clId="{DE204AF9-4C08-4921-83CB-D732892F22D0}" dt="2026-08-20T15:36:10.448" v="2" actId="26606"/>
            <ac:spMkLst>
              <pc:docMk/>
              <pc:sldMasterMk cId="385589873" sldId="2147483648"/>
              <pc:sldLayoutMk cId="1222561203" sldId="2147483662"/>
              <ac:spMk id="2" creationId="{3FEA258E-7BEF-C11B-4F3B-63AB56FBCB0C}"/>
            </ac:spMkLst>
          </pc:spChg>
          <pc:spChg chg="mod">
            <ac:chgData name="Travis Rose" userId="ae0465b461024fd3" providerId="LiveId" clId="{DE204AF9-4C08-4921-83CB-D732892F22D0}" dt="2026-08-20T15:36:10.448" v="2" actId="26606"/>
            <ac:spMkLst>
              <pc:docMk/>
              <pc:sldMasterMk cId="385589873" sldId="2147483648"/>
              <pc:sldLayoutMk cId="1222561203" sldId="2147483662"/>
              <ac:spMk id="3" creationId="{C008DC3E-22AE-246B-F2CB-820D164FCAF9}"/>
            </ac:spMkLst>
          </pc:spChg>
          <pc:spChg chg="mod">
            <ac:chgData name="Travis Rose" userId="ae0465b461024fd3" providerId="LiveId" clId="{DE204AF9-4C08-4921-83CB-D732892F22D0}" dt="2026-08-20T15:36:10.448" v="2" actId="26606"/>
            <ac:spMkLst>
              <pc:docMk/>
              <pc:sldMasterMk cId="385589873" sldId="2147483648"/>
              <pc:sldLayoutMk cId="1222561203" sldId="2147483662"/>
              <ac:spMk id="4" creationId="{6C5F8807-4324-1E2E-E38A-97CF8850FD1F}"/>
            </ac:spMkLst>
          </pc:spChg>
          <pc:spChg chg="mod">
            <ac:chgData name="Travis Rose" userId="ae0465b461024fd3" providerId="LiveId" clId="{DE204AF9-4C08-4921-83CB-D732892F22D0}" dt="2026-08-20T15:36:10.448" v="2" actId="26606"/>
            <ac:spMkLst>
              <pc:docMk/>
              <pc:sldMasterMk cId="385589873" sldId="2147483648"/>
              <pc:sldLayoutMk cId="1222561203" sldId="2147483662"/>
              <ac:spMk id="5" creationId="{34CBCCF8-769E-D45D-2C28-2ACE2204534A}"/>
            </ac:spMkLst>
          </pc:spChg>
          <pc:spChg chg="mod">
            <ac:chgData name="Travis Rose" userId="ae0465b461024fd3" providerId="LiveId" clId="{DE204AF9-4C08-4921-83CB-D732892F22D0}" dt="2026-08-20T15:36:10.448" v="2" actId="26606"/>
            <ac:spMkLst>
              <pc:docMk/>
              <pc:sldMasterMk cId="385589873" sldId="2147483648"/>
              <pc:sldLayoutMk cId="1222561203" sldId="2147483662"/>
              <ac:spMk id="6" creationId="{34045546-0261-FAA7-CF91-0EE1C1779E80}"/>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1502631608" sldId="2147483663"/>
          </pc:sldLayoutMkLst>
          <pc:spChg chg="mod">
            <ac:chgData name="Travis Rose" userId="ae0465b461024fd3" providerId="LiveId" clId="{DE204AF9-4C08-4921-83CB-D732892F22D0}" dt="2026-08-20T15:36:10.448" v="2" actId="26606"/>
            <ac:spMkLst>
              <pc:docMk/>
              <pc:sldMasterMk cId="385589873" sldId="2147483648"/>
              <pc:sldLayoutMk cId="1502631608" sldId="2147483663"/>
              <ac:spMk id="2" creationId="{4B78E148-A0A3-DCCD-FB97-6B939E380B2E}"/>
            </ac:spMkLst>
          </pc:spChg>
          <pc:spChg chg="mod">
            <ac:chgData name="Travis Rose" userId="ae0465b461024fd3" providerId="LiveId" clId="{DE204AF9-4C08-4921-83CB-D732892F22D0}" dt="2026-08-20T15:36:10.448" v="2" actId="26606"/>
            <ac:spMkLst>
              <pc:docMk/>
              <pc:sldMasterMk cId="385589873" sldId="2147483648"/>
              <pc:sldLayoutMk cId="1502631608" sldId="2147483663"/>
              <ac:spMk id="3" creationId="{CE34C40B-89FE-DCFA-9D52-205757FBA050}"/>
            </ac:spMkLst>
          </pc:spChg>
          <pc:spChg chg="mod">
            <ac:chgData name="Travis Rose" userId="ae0465b461024fd3" providerId="LiveId" clId="{DE204AF9-4C08-4921-83CB-D732892F22D0}" dt="2026-08-20T15:36:10.448" v="2" actId="26606"/>
            <ac:spMkLst>
              <pc:docMk/>
              <pc:sldMasterMk cId="385589873" sldId="2147483648"/>
              <pc:sldLayoutMk cId="1502631608" sldId="2147483663"/>
              <ac:spMk id="4" creationId="{7B2FFBA9-C11C-8DBD-15B6-F516613D1F96}"/>
            </ac:spMkLst>
          </pc:spChg>
          <pc:spChg chg="mod">
            <ac:chgData name="Travis Rose" userId="ae0465b461024fd3" providerId="LiveId" clId="{DE204AF9-4C08-4921-83CB-D732892F22D0}" dt="2026-08-20T15:36:10.448" v="2" actId="26606"/>
            <ac:spMkLst>
              <pc:docMk/>
              <pc:sldMasterMk cId="385589873" sldId="2147483648"/>
              <pc:sldLayoutMk cId="1502631608" sldId="2147483663"/>
              <ac:spMk id="5" creationId="{C46C31B1-128D-A27B-F34E-45EC37300986}"/>
            </ac:spMkLst>
          </pc:spChg>
          <pc:spChg chg="mod">
            <ac:chgData name="Travis Rose" userId="ae0465b461024fd3" providerId="LiveId" clId="{DE204AF9-4C08-4921-83CB-D732892F22D0}" dt="2026-08-20T15:36:10.448" v="2" actId="26606"/>
            <ac:spMkLst>
              <pc:docMk/>
              <pc:sldMasterMk cId="385589873" sldId="2147483648"/>
              <pc:sldLayoutMk cId="1502631608" sldId="2147483663"/>
              <ac:spMk id="6" creationId="{C6990211-B43A-CD5B-78D1-D86A88D27110}"/>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3279101695" sldId="2147483664"/>
          </pc:sldLayoutMkLst>
          <pc:spChg chg="mod">
            <ac:chgData name="Travis Rose" userId="ae0465b461024fd3" providerId="LiveId" clId="{DE204AF9-4C08-4921-83CB-D732892F22D0}" dt="2026-08-20T15:36:10.448" v="2" actId="26606"/>
            <ac:spMkLst>
              <pc:docMk/>
              <pc:sldMasterMk cId="385589873" sldId="2147483648"/>
              <pc:sldLayoutMk cId="3279101695" sldId="2147483664"/>
              <ac:spMk id="2" creationId="{62E3DAD8-E398-9705-FAF5-E27C9D31F145}"/>
            </ac:spMkLst>
          </pc:spChg>
          <pc:spChg chg="mod">
            <ac:chgData name="Travis Rose" userId="ae0465b461024fd3" providerId="LiveId" clId="{DE204AF9-4C08-4921-83CB-D732892F22D0}" dt="2026-08-20T15:36:10.448" v="2" actId="26606"/>
            <ac:spMkLst>
              <pc:docMk/>
              <pc:sldMasterMk cId="385589873" sldId="2147483648"/>
              <pc:sldLayoutMk cId="3279101695" sldId="2147483664"/>
              <ac:spMk id="3" creationId="{5BD0FF38-7FD9-D3F3-8975-54F86F3E3210}"/>
            </ac:spMkLst>
          </pc:spChg>
          <pc:spChg chg="mod">
            <ac:chgData name="Travis Rose" userId="ae0465b461024fd3" providerId="LiveId" clId="{DE204AF9-4C08-4921-83CB-D732892F22D0}" dt="2026-08-20T15:36:10.448" v="2" actId="26606"/>
            <ac:spMkLst>
              <pc:docMk/>
              <pc:sldMasterMk cId="385589873" sldId="2147483648"/>
              <pc:sldLayoutMk cId="3279101695" sldId="2147483664"/>
              <ac:spMk id="4" creationId="{BABEE12F-54CF-FF51-58EB-A2DBDEA70560}"/>
            </ac:spMkLst>
          </pc:spChg>
          <pc:spChg chg="mod">
            <ac:chgData name="Travis Rose" userId="ae0465b461024fd3" providerId="LiveId" clId="{DE204AF9-4C08-4921-83CB-D732892F22D0}" dt="2026-08-20T15:36:10.448" v="2" actId="26606"/>
            <ac:spMkLst>
              <pc:docMk/>
              <pc:sldMasterMk cId="385589873" sldId="2147483648"/>
              <pc:sldLayoutMk cId="3279101695" sldId="2147483664"/>
              <ac:spMk id="5" creationId="{10A11A17-41F2-38FB-3E01-81D12751309D}"/>
            </ac:spMkLst>
          </pc:spChg>
          <pc:spChg chg="mod">
            <ac:chgData name="Travis Rose" userId="ae0465b461024fd3" providerId="LiveId" clId="{DE204AF9-4C08-4921-83CB-D732892F22D0}" dt="2026-08-20T15:36:10.448" v="2" actId="26606"/>
            <ac:spMkLst>
              <pc:docMk/>
              <pc:sldMasterMk cId="385589873" sldId="2147483648"/>
              <pc:sldLayoutMk cId="3279101695" sldId="2147483664"/>
              <ac:spMk id="6" creationId="{D1D114EE-A950-AB9E-B79D-D2CD1EFF5E99}"/>
            </ac:spMkLst>
          </pc:spChg>
        </pc:sldLayoutChg>
        <pc:sldLayoutChg chg="modSp del mod ord">
          <pc:chgData name="Travis Rose" userId="ae0465b461024fd3" providerId="LiveId" clId="{DE204AF9-4C08-4921-83CB-D732892F22D0}" dt="2026-08-20T15:36:10.448" v="2" actId="26606"/>
          <pc:sldLayoutMkLst>
            <pc:docMk/>
            <pc:sldMasterMk cId="385589873" sldId="2147483648"/>
            <pc:sldLayoutMk cId="3992246294" sldId="2147483665"/>
          </pc:sldLayoutMkLst>
          <pc:spChg chg="mod">
            <ac:chgData name="Travis Rose" userId="ae0465b461024fd3" providerId="LiveId" clId="{DE204AF9-4C08-4921-83CB-D732892F22D0}" dt="2026-08-20T15:36:10.448" v="2" actId="26606"/>
            <ac:spMkLst>
              <pc:docMk/>
              <pc:sldMasterMk cId="385589873" sldId="2147483648"/>
              <pc:sldLayoutMk cId="3992246294" sldId="2147483665"/>
              <ac:spMk id="2" creationId="{63092D3A-7FE3-ED19-F4F0-15E9B9CB74F0}"/>
            </ac:spMkLst>
          </pc:spChg>
          <pc:spChg chg="mod">
            <ac:chgData name="Travis Rose" userId="ae0465b461024fd3" providerId="LiveId" clId="{DE204AF9-4C08-4921-83CB-D732892F22D0}" dt="2026-08-20T15:36:10.448" v="2" actId="26606"/>
            <ac:spMkLst>
              <pc:docMk/>
              <pc:sldMasterMk cId="385589873" sldId="2147483648"/>
              <pc:sldLayoutMk cId="3992246294" sldId="2147483665"/>
              <ac:spMk id="3" creationId="{D98FCE4D-6752-93AC-5C4F-7390F5959B6F}"/>
            </ac:spMkLst>
          </pc:spChg>
          <pc:spChg chg="mod">
            <ac:chgData name="Travis Rose" userId="ae0465b461024fd3" providerId="LiveId" clId="{DE204AF9-4C08-4921-83CB-D732892F22D0}" dt="2026-08-20T15:36:10.448" v="2" actId="26606"/>
            <ac:spMkLst>
              <pc:docMk/>
              <pc:sldMasterMk cId="385589873" sldId="2147483648"/>
              <pc:sldLayoutMk cId="3992246294" sldId="2147483665"/>
              <ac:spMk id="4" creationId="{878E746A-F8F9-E196-509C-C658886017E1}"/>
            </ac:spMkLst>
          </pc:spChg>
          <pc:spChg chg="mod">
            <ac:chgData name="Travis Rose" userId="ae0465b461024fd3" providerId="LiveId" clId="{DE204AF9-4C08-4921-83CB-D732892F22D0}" dt="2026-08-20T15:36:10.448" v="2" actId="26606"/>
            <ac:spMkLst>
              <pc:docMk/>
              <pc:sldMasterMk cId="385589873" sldId="2147483648"/>
              <pc:sldLayoutMk cId="3992246294" sldId="2147483665"/>
              <ac:spMk id="5" creationId="{C7BC6E39-5B12-4AAB-E477-D23A9C61B1D1}"/>
            </ac:spMkLst>
          </pc:spChg>
          <pc:spChg chg="mod">
            <ac:chgData name="Travis Rose" userId="ae0465b461024fd3" providerId="LiveId" clId="{DE204AF9-4C08-4921-83CB-D732892F22D0}" dt="2026-08-20T15:36:10.448" v="2" actId="26606"/>
            <ac:spMkLst>
              <pc:docMk/>
              <pc:sldMasterMk cId="385589873" sldId="2147483648"/>
              <pc:sldLayoutMk cId="3992246294" sldId="2147483665"/>
              <ac:spMk id="6" creationId="{F0545D2D-0540-EF52-42B2-3A5DC3900A56}"/>
            </ac:spMkLst>
          </pc:spChg>
          <pc:spChg chg="mod">
            <ac:chgData name="Travis Rose" userId="ae0465b461024fd3" providerId="LiveId" clId="{DE204AF9-4C08-4921-83CB-D732892F22D0}" dt="2026-08-20T15:36:10.448" v="2" actId="26606"/>
            <ac:spMkLst>
              <pc:docMk/>
              <pc:sldMasterMk cId="385589873" sldId="2147483648"/>
              <pc:sldLayoutMk cId="3992246294" sldId="2147483665"/>
              <ac:spMk id="7" creationId="{B8BC3858-4BCC-206E-F117-8D908DDB613E}"/>
            </ac:spMkLst>
          </pc:spChg>
        </pc:sldLayoutChg>
      </pc:sldMasterChg>
      <pc:sldMasterChg chg="del replId modSldLayout sldLayoutOrd">
        <pc:chgData name="Travis Rose" userId="ae0465b461024fd3" providerId="LiveId" clId="{DE204AF9-4C08-4921-83CB-D732892F22D0}" dt="2026-08-20T15:36:10.448" v="2" actId="26606"/>
        <pc:sldMasterMkLst>
          <pc:docMk/>
          <pc:sldMasterMk cId="385589873" sldId="2147483660"/>
        </pc:sldMasterMkLst>
        <pc:sldLayoutChg chg="replId">
          <pc:chgData name="Travis Rose" userId="ae0465b461024fd3" providerId="LiveId" clId="{DE204AF9-4C08-4921-83CB-D732892F22D0}" dt="2026-08-20T15:36:09.672" v="1" actId="26606"/>
          <pc:sldLayoutMkLst>
            <pc:docMk/>
            <pc:sldMasterMk cId="385589873" sldId="2147483648"/>
            <pc:sldLayoutMk cId="1112173421" sldId="2147483661"/>
          </pc:sldLayoutMkLst>
        </pc:sldLayoutChg>
        <pc:sldLayoutChg chg="replId">
          <pc:chgData name="Travis Rose" userId="ae0465b461024fd3" providerId="LiveId" clId="{DE204AF9-4C08-4921-83CB-D732892F22D0}" dt="2026-08-20T15:36:09.672" v="1" actId="26606"/>
          <pc:sldLayoutMkLst>
            <pc:docMk/>
            <pc:sldMasterMk cId="385589873" sldId="2147483648"/>
            <pc:sldLayoutMk cId="1222561203" sldId="2147483662"/>
          </pc:sldLayoutMkLst>
        </pc:sldLayoutChg>
        <pc:sldLayoutChg chg="replId">
          <pc:chgData name="Travis Rose" userId="ae0465b461024fd3" providerId="LiveId" clId="{DE204AF9-4C08-4921-83CB-D732892F22D0}" dt="2026-08-20T15:36:09.672" v="1" actId="26606"/>
          <pc:sldLayoutMkLst>
            <pc:docMk/>
            <pc:sldMasterMk cId="385589873" sldId="2147483648"/>
            <pc:sldLayoutMk cId="1502631608" sldId="2147483663"/>
          </pc:sldLayoutMkLst>
        </pc:sldLayoutChg>
        <pc:sldLayoutChg chg="replId">
          <pc:chgData name="Travis Rose" userId="ae0465b461024fd3" providerId="LiveId" clId="{DE204AF9-4C08-4921-83CB-D732892F22D0}" dt="2026-08-20T15:36:09.672" v="1" actId="26606"/>
          <pc:sldLayoutMkLst>
            <pc:docMk/>
            <pc:sldMasterMk cId="385589873" sldId="2147483648"/>
            <pc:sldLayoutMk cId="3279101695" sldId="2147483664"/>
          </pc:sldLayoutMkLst>
        </pc:sldLayoutChg>
        <pc:sldLayoutChg chg="replId">
          <pc:chgData name="Travis Rose" userId="ae0465b461024fd3" providerId="LiveId" clId="{DE204AF9-4C08-4921-83CB-D732892F22D0}" dt="2026-08-20T15:36:09.672" v="1" actId="26606"/>
          <pc:sldLayoutMkLst>
            <pc:docMk/>
            <pc:sldMasterMk cId="385589873" sldId="2147483648"/>
            <pc:sldLayoutMk cId="3992246294" sldId="214748366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05080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74520"/>
            <a:ext cx="5212080" cy="13716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5080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7863840" cy="6858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_LEFT">
    <p:bg>
      <p:bgPr>
        <a:solidFill>
          <a:srgbClr val="05080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393192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PLIT_RIGHT">
    <p:bg>
      <p:bgPr>
        <a:solidFill>
          <a:srgbClr val="05080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846320" y="457200"/>
            <a:ext cx="384048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589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lue-white harmonic lattice across a dark reflective deep-sea surface."/>
          <p:cNvPicPr>
            <a:picLocks noChangeAspect="1"/>
          </p:cNvPicPr>
          <p:nvPr/>
        </p:nvPicPr>
        <p:blipFill>
          <a:blip r:embed="rId3"/>
          <a:srcRect l="26563" r="26563"/>
          <a:stretch/>
        </p:blipFill>
        <p:spPr>
          <a:xfrm>
            <a:off x="0" y="0"/>
            <a:ext cx="9144000" cy="5143500"/>
          </a:xfrm>
          <a:prstGeom prst="rect">
            <a:avLst/>
          </a:prstGeom>
        </p:spPr>
      </p:pic>
      <p:sp>
        <p:nvSpPr>
          <p:cNvPr id="3" name="Darkening wash">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2060C">
              <a:alpha val="68000"/>
            </a:srgbClr>
          </a:solidFill>
          <a:ln w="12700">
            <a:solidFill>
              <a:srgbClr val="333333"/>
            </a:solidFill>
            <a:prstDash val="solid"/>
          </a:ln>
        </p:spPr>
        <p:txBody>
          <a:bodyPr/>
          <a:lstStyle/>
          <a:p>
            <a:endParaRPr lang="en-US"/>
          </a:p>
        </p:txBody>
      </p:sp>
      <p:sp>
        <p:nvSpPr>
          <p:cNvPr id="4" name="Accent rule">
            <a:extLst>
              <a:ext uri="{C183D7F6-B498-43B3-948B-1728B52AA6E4}">
                <adec:decorative xmlns:adec="http://schemas.microsoft.com/office/drawing/2017/decorative" val="1"/>
              </a:ext>
            </a:extLst>
          </p:cNvPr>
          <p:cNvSpPr/>
          <p:nvPr/>
        </p:nvSpPr>
        <p:spPr>
          <a:xfrm>
            <a:off x="640080" y="1417320"/>
            <a:ext cx="1280160" cy="45720"/>
          </a:xfrm>
          <a:prstGeom prst="rect">
            <a:avLst/>
          </a:prstGeom>
          <a:solidFill>
            <a:srgbClr val="5FE3F0"/>
          </a:solidFill>
          <a:ln w="12700">
            <a:solidFill>
              <a:srgbClr val="333333"/>
            </a:solidFill>
            <a:prstDash val="solid"/>
          </a:ln>
        </p:spPr>
        <p:txBody>
          <a:bodyPr/>
          <a:lstStyle/>
          <a:p>
            <a:endParaRPr lang="en-US"/>
          </a:p>
        </p:txBody>
      </p:sp>
      <p:sp>
        <p:nvSpPr>
          <p:cNvPr id="5" name="Text 0"/>
          <p:cNvSpPr>
            <a:spLocks noGrp="1"/>
          </p:cNvSpPr>
          <p:nvPr>
            <p:ph type="title" idx="100" hasCustomPrompt="1"/>
          </p:nvPr>
        </p:nvSpPr>
        <p:spPr>
          <a:xfrm>
            <a:off x="640080" y="1874520"/>
            <a:ext cx="5212080" cy="1371600"/>
          </a:xfrm>
          <a:prstGeom prst="rect">
            <a:avLst/>
          </a:prstGeom>
          <a:noFill/>
          <a:ln/>
        </p:spPr>
        <p:txBody>
          <a:bodyPr wrap="square" lIns="0" tIns="0" rIns="0" bIns="0" rtlCol="0"/>
          <a:lstStyle/>
          <a:p>
            <a:pPr marL="0" indent="0">
              <a:buNone/>
            </a:pPr>
            <a:r>
              <a:rPr lang="en-US" sz="3600" b="1" dirty="0">
                <a:solidFill>
                  <a:srgbClr val="EAF6FA"/>
                </a:solidFill>
                <a:latin typeface="Segoe UI" pitchFamily="34" charset="0"/>
                <a:ea typeface="Segoe UI" pitchFamily="34" charset="-122"/>
                <a:cs typeface="Segoe UI" pitchFamily="34" charset="-120"/>
              </a:rPr>
              <a:t>Reflective-Surface Harmonic Field</a:t>
            </a:r>
            <a:endParaRPr lang="en-US" sz="3600" dirty="0"/>
          </a:p>
        </p:txBody>
      </p:sp>
      <p:sp>
        <p:nvSpPr>
          <p:cNvPr id="6" name="Text 3"/>
          <p:cNvSpPr/>
          <p:nvPr/>
        </p:nvSpPr>
        <p:spPr>
          <a:xfrm>
            <a:off x="640080" y="3291840"/>
            <a:ext cx="5394960" cy="1005840"/>
          </a:xfrm>
          <a:prstGeom prst="rect">
            <a:avLst/>
          </a:prstGeom>
          <a:noFill/>
          <a:ln/>
        </p:spPr>
        <p:txBody>
          <a:bodyPr wrap="square" rtlCol="0" anchor="ctr"/>
          <a:lstStyle/>
          <a:p>
            <a:pPr marL="0" indent="0">
              <a:lnSpc>
                <a:spcPts val="2100"/>
              </a:lnSpc>
              <a:buNone/>
            </a:pPr>
            <a:r>
              <a:rPr lang="en-US" sz="1400" dirty="0">
                <a:solidFill>
                  <a:srgbClr val="C4D8E2"/>
                </a:solidFill>
                <a:latin typeface="Segoe UI" pitchFamily="34" charset="0"/>
                <a:ea typeface="Segoe UI" pitchFamily="34" charset="-122"/>
                <a:cs typeface="Segoe UI" pitchFamily="34" charset="-120"/>
              </a:rPr>
              <a:t>A speculative visual framework for Deep-Sea Marine Biology audiences — inspired by bioluminescence, caustic optics, and non-visible signal imagination.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Lattice line">
            <a:extLst>
              <a:ext uri="{C183D7F6-B498-43B3-948B-1728B52AA6E4}">
                <adec:decorative xmlns:adec="http://schemas.microsoft.com/office/drawing/2017/decorative" val="1"/>
              </a:ext>
            </a:extLst>
          </p:cNvPr>
          <p:cNvSpPr/>
          <p:nvPr/>
        </p:nvSpPr>
        <p:spPr>
          <a:xfrm>
            <a:off x="0" y="137160"/>
            <a:ext cx="9144000" cy="0"/>
          </a:xfrm>
          <a:prstGeom prst="line">
            <a:avLst/>
          </a:prstGeom>
          <a:noFill/>
          <a:ln w="9525">
            <a:solidFill>
              <a:srgbClr val="5FE3F0">
                <a:alpha val="12000"/>
              </a:srgbClr>
            </a:solidFill>
            <a:prstDash val="solid"/>
          </a:ln>
        </p:spPr>
        <p:txBody>
          <a:bodyPr/>
          <a:lstStyle/>
          <a:p>
            <a:endParaRPr lang="en-US"/>
          </a:p>
        </p:txBody>
      </p:sp>
      <p:sp>
        <p:nvSpPr>
          <p:cNvPr id="3" name="Lattice line">
            <a:extLst>
              <a:ext uri="{C183D7F6-B498-43B3-948B-1728B52AA6E4}">
                <adec:decorative xmlns:adec="http://schemas.microsoft.com/office/drawing/2017/decorative" val="1"/>
              </a:ext>
            </a:extLst>
          </p:cNvPr>
          <p:cNvSpPr/>
          <p:nvPr/>
        </p:nvSpPr>
        <p:spPr>
          <a:xfrm>
            <a:off x="0" y="914400"/>
            <a:ext cx="9144000" cy="0"/>
          </a:xfrm>
          <a:prstGeom prst="line">
            <a:avLst/>
          </a:prstGeom>
          <a:noFill/>
          <a:ln w="9525">
            <a:solidFill>
              <a:srgbClr val="5FE3F0">
                <a:alpha val="12000"/>
              </a:srgbClr>
            </a:solidFill>
            <a:prstDash val="solid"/>
          </a:ln>
        </p:spPr>
        <p:txBody>
          <a:bodyPr/>
          <a:lstStyle/>
          <a:p>
            <a:endParaRPr lang="en-US"/>
          </a:p>
        </p:txBody>
      </p:sp>
      <p:sp>
        <p:nvSpPr>
          <p:cNvPr id="4" name="Lattice line">
            <a:extLst>
              <a:ext uri="{C183D7F6-B498-43B3-948B-1728B52AA6E4}">
                <adec:decorative xmlns:adec="http://schemas.microsoft.com/office/drawing/2017/decorative" val="1"/>
              </a:ext>
            </a:extLst>
          </p:cNvPr>
          <p:cNvSpPr/>
          <p:nvPr/>
        </p:nvSpPr>
        <p:spPr>
          <a:xfrm>
            <a:off x="0" y="1691640"/>
            <a:ext cx="9144000" cy="0"/>
          </a:xfrm>
          <a:prstGeom prst="line">
            <a:avLst/>
          </a:prstGeom>
          <a:noFill/>
          <a:ln w="9525">
            <a:solidFill>
              <a:srgbClr val="5FE3F0">
                <a:alpha val="12000"/>
              </a:srgbClr>
            </a:solidFill>
            <a:prstDash val="solid"/>
          </a:ln>
        </p:spPr>
        <p:txBody>
          <a:bodyPr/>
          <a:lstStyle/>
          <a:p>
            <a:endParaRPr lang="en-US"/>
          </a:p>
        </p:txBody>
      </p:sp>
      <p:sp>
        <p:nvSpPr>
          <p:cNvPr id="5" name="Lattice line">
            <a:extLst>
              <a:ext uri="{C183D7F6-B498-43B3-948B-1728B52AA6E4}">
                <adec:decorative xmlns:adec="http://schemas.microsoft.com/office/drawing/2017/decorative" val="1"/>
              </a:ext>
            </a:extLst>
          </p:cNvPr>
          <p:cNvSpPr/>
          <p:nvPr/>
        </p:nvSpPr>
        <p:spPr>
          <a:xfrm>
            <a:off x="0" y="2468880"/>
            <a:ext cx="9144000" cy="0"/>
          </a:xfrm>
          <a:prstGeom prst="line">
            <a:avLst/>
          </a:prstGeom>
          <a:noFill/>
          <a:ln w="9525">
            <a:solidFill>
              <a:srgbClr val="5FE3F0">
                <a:alpha val="12000"/>
              </a:srgbClr>
            </a:solidFill>
            <a:prstDash val="solid"/>
          </a:ln>
        </p:spPr>
        <p:txBody>
          <a:bodyPr/>
          <a:lstStyle/>
          <a:p>
            <a:endParaRPr lang="en-US"/>
          </a:p>
        </p:txBody>
      </p:sp>
      <p:sp>
        <p:nvSpPr>
          <p:cNvPr id="6" name="Lattice line">
            <a:extLst>
              <a:ext uri="{C183D7F6-B498-43B3-948B-1728B52AA6E4}">
                <adec:decorative xmlns:adec="http://schemas.microsoft.com/office/drawing/2017/decorative" val="1"/>
              </a:ext>
            </a:extLst>
          </p:cNvPr>
          <p:cNvSpPr/>
          <p:nvPr/>
        </p:nvSpPr>
        <p:spPr>
          <a:xfrm>
            <a:off x="0" y="3246120"/>
            <a:ext cx="9144000" cy="0"/>
          </a:xfrm>
          <a:prstGeom prst="line">
            <a:avLst/>
          </a:prstGeom>
          <a:noFill/>
          <a:ln w="9525">
            <a:solidFill>
              <a:srgbClr val="5FE3F0">
                <a:alpha val="12000"/>
              </a:srgbClr>
            </a:solidFill>
            <a:prstDash val="solid"/>
          </a:ln>
        </p:spPr>
        <p:txBody>
          <a:bodyPr/>
          <a:lstStyle/>
          <a:p>
            <a:endParaRPr lang="en-US"/>
          </a:p>
        </p:txBody>
      </p:sp>
      <p:sp>
        <p:nvSpPr>
          <p:cNvPr id="7" name="Lattice line">
            <a:extLst>
              <a:ext uri="{C183D7F6-B498-43B3-948B-1728B52AA6E4}">
                <adec:decorative xmlns:adec="http://schemas.microsoft.com/office/drawing/2017/decorative" val="1"/>
              </a:ext>
            </a:extLst>
          </p:cNvPr>
          <p:cNvSpPr/>
          <p:nvPr/>
        </p:nvSpPr>
        <p:spPr>
          <a:xfrm>
            <a:off x="0" y="4023360"/>
            <a:ext cx="9144000" cy="0"/>
          </a:xfrm>
          <a:prstGeom prst="line">
            <a:avLst/>
          </a:prstGeom>
          <a:noFill/>
          <a:ln w="9525">
            <a:solidFill>
              <a:srgbClr val="5FE3F0">
                <a:alpha val="12000"/>
              </a:srgbClr>
            </a:solidFill>
            <a:prstDash val="solid"/>
          </a:ln>
        </p:spPr>
        <p:txBody>
          <a:bodyPr/>
          <a:lstStyle/>
          <a:p>
            <a:endParaRPr lang="en-US"/>
          </a:p>
        </p:txBody>
      </p:sp>
      <p:sp>
        <p:nvSpPr>
          <p:cNvPr id="8" name="Lattice line">
            <a:extLst>
              <a:ext uri="{C183D7F6-B498-43B3-948B-1728B52AA6E4}">
                <adec:decorative xmlns:adec="http://schemas.microsoft.com/office/drawing/2017/decorative" val="1"/>
              </a:ext>
            </a:extLst>
          </p:cNvPr>
          <p:cNvSpPr/>
          <p:nvPr/>
        </p:nvSpPr>
        <p:spPr>
          <a:xfrm>
            <a:off x="0" y="4800600"/>
            <a:ext cx="9144000" cy="0"/>
          </a:xfrm>
          <a:prstGeom prst="line">
            <a:avLst/>
          </a:prstGeom>
          <a:noFill/>
          <a:ln w="9525">
            <a:solidFill>
              <a:srgbClr val="5FE3F0">
                <a:alpha val="12000"/>
              </a:srgbClr>
            </a:solidFill>
            <a:prstDash val="solid"/>
          </a:ln>
        </p:spPr>
        <p:txBody>
          <a:bodyPr/>
          <a:lstStyle/>
          <a:p>
            <a:endParaRPr lang="en-US"/>
          </a:p>
        </p:txBody>
      </p:sp>
      <p:sp>
        <p:nvSpPr>
          <p:cNvPr id="9" name="Text 0"/>
          <p:cNvSpPr>
            <a:spLocks noGrp="1"/>
          </p:cNvSpPr>
          <p:nvPr>
            <p:ph type="title" idx="100" hasCustomPrompt="1"/>
          </p:nvPr>
        </p:nvSpPr>
        <p:spPr>
          <a:xfrm>
            <a:off x="640080" y="457200"/>
            <a:ext cx="7863840" cy="685800"/>
          </a:xfrm>
          <a:prstGeom prst="rect">
            <a:avLst/>
          </a:prstGeom>
          <a:noFill/>
          <a:ln/>
        </p:spPr>
        <p:txBody>
          <a:bodyPr wrap="square" lIns="0" tIns="0" rIns="0" bIns="0" rtlCol="0" anchor="ctr"/>
          <a:lstStyle/>
          <a:p>
            <a:pPr marL="0" indent="0">
              <a:buNone/>
            </a:pPr>
            <a:r>
              <a:rPr lang="en-US" sz="2800" b="1" dirty="0">
                <a:solidFill>
                  <a:srgbClr val="EAF6FA"/>
                </a:solidFill>
                <a:latin typeface="Segoe UI" pitchFamily="34" charset="0"/>
                <a:ea typeface="Segoe UI" pitchFamily="34" charset="-122"/>
                <a:cs typeface="Segoe UI" pitchFamily="34" charset="-120"/>
              </a:rPr>
              <a:t>Why Deep-Sea Biology?</a:t>
            </a:r>
            <a:endParaRPr lang="en-US" sz="2800" dirty="0"/>
          </a:p>
        </p:txBody>
      </p:sp>
      <p:sp>
        <p:nvSpPr>
          <p:cNvPr id="10" name="Accent rule">
            <a:extLst>
              <a:ext uri="{C183D7F6-B498-43B3-948B-1728B52AA6E4}">
                <adec:decorative xmlns:adec="http://schemas.microsoft.com/office/drawing/2017/decorative" val="1"/>
              </a:ext>
            </a:extLst>
          </p:cNvPr>
          <p:cNvSpPr/>
          <p:nvPr/>
        </p:nvSpPr>
        <p:spPr>
          <a:xfrm>
            <a:off x="640080" y="1207008"/>
            <a:ext cx="1005840" cy="41148"/>
          </a:xfrm>
          <a:prstGeom prst="rect">
            <a:avLst/>
          </a:prstGeom>
          <a:solidFill>
            <a:srgbClr val="5FE3F0"/>
          </a:solidFill>
          <a:ln w="12700">
            <a:solidFill>
              <a:srgbClr val="333333"/>
            </a:solidFill>
            <a:prstDash val="solid"/>
          </a:ln>
        </p:spPr>
        <p:txBody>
          <a:bodyPr/>
          <a:lstStyle/>
          <a:p>
            <a:endParaRPr lang="en-US"/>
          </a:p>
        </p:txBody>
      </p:sp>
      <p:sp>
        <p:nvSpPr>
          <p:cNvPr id="11" name="Text 9"/>
          <p:cNvSpPr/>
          <p:nvPr/>
        </p:nvSpPr>
        <p:spPr>
          <a:xfrm>
            <a:off x="640080" y="1600200"/>
            <a:ext cx="4663440" cy="2011680"/>
          </a:xfrm>
          <a:prstGeom prst="rect">
            <a:avLst/>
          </a:prstGeom>
          <a:noFill/>
          <a:ln/>
        </p:spPr>
        <p:txBody>
          <a:bodyPr wrap="square" rtlCol="0" anchor="ctr"/>
          <a:lstStyle/>
          <a:p>
            <a:pPr marL="0" indent="0">
              <a:lnSpc>
                <a:spcPts val="2200"/>
              </a:lnSpc>
              <a:buNone/>
            </a:pPr>
            <a:r>
              <a:rPr lang="en-US" sz="1500" dirty="0">
                <a:solidFill>
                  <a:srgbClr val="8FA6B4"/>
                </a:solidFill>
                <a:latin typeface="Segoe UI" pitchFamily="34" charset="0"/>
                <a:ea typeface="Segoe UI" pitchFamily="34" charset="-122"/>
                <a:cs typeface="Segoe UI" pitchFamily="34" charset="-120"/>
              </a:rPr>
              <a:t>Deep-sea environments are defined by limited human visibility, unusual light behavior, bioluminescence, transparency, reflection, particle scattering, and unknown signal interpretation. RSHF uses those themes as conceptual inspiration rather than empirical explanation.</a:t>
            </a:r>
            <a:endParaRPr lang="en-US" sz="1500" dirty="0"/>
          </a:p>
        </p:txBody>
      </p:sp>
      <p:sp>
        <p:nvSpPr>
          <p:cNvPr id="12" name="Card panel">
            <a:extLst>
              <a:ext uri="{C183D7F6-B498-43B3-948B-1728B52AA6E4}">
                <adec:decorative xmlns:adec="http://schemas.microsoft.com/office/drawing/2017/decorative" val="1"/>
              </a:ext>
            </a:extLst>
          </p:cNvPr>
          <p:cNvSpPr/>
          <p:nvPr/>
        </p:nvSpPr>
        <p:spPr>
          <a:xfrm>
            <a:off x="5577840" y="1463040"/>
            <a:ext cx="2926080" cy="658368"/>
          </a:xfrm>
          <a:prstGeom prst="rect">
            <a:avLst/>
          </a:prstGeom>
          <a:solidFill>
            <a:srgbClr val="0C1522"/>
          </a:solidFill>
          <a:ln w="12700">
            <a:solidFill>
              <a:srgbClr val="333333"/>
            </a:solidFill>
            <a:prstDash val="solid"/>
          </a:ln>
        </p:spPr>
        <p:txBody>
          <a:bodyPr/>
          <a:lstStyle/>
          <a:p>
            <a:endParaRPr lang="en-US"/>
          </a:p>
        </p:txBody>
      </p:sp>
      <p:sp>
        <p:nvSpPr>
          <p:cNvPr id="13" name="Card accent">
            <a:extLst>
              <a:ext uri="{C183D7F6-B498-43B3-948B-1728B52AA6E4}">
                <adec:decorative xmlns:adec="http://schemas.microsoft.com/office/drawing/2017/decorative" val="1"/>
              </a:ext>
            </a:extLst>
          </p:cNvPr>
          <p:cNvSpPr/>
          <p:nvPr/>
        </p:nvSpPr>
        <p:spPr>
          <a:xfrm>
            <a:off x="5577840" y="1463040"/>
            <a:ext cx="54864" cy="658368"/>
          </a:xfrm>
          <a:prstGeom prst="rect">
            <a:avLst/>
          </a:prstGeom>
          <a:solidFill>
            <a:srgbClr val="5FE3F0"/>
          </a:solidFill>
          <a:ln w="12700">
            <a:solidFill>
              <a:srgbClr val="333333"/>
            </a:solidFill>
            <a:prstDash val="solid"/>
          </a:ln>
        </p:spPr>
        <p:txBody>
          <a:bodyPr/>
          <a:lstStyle/>
          <a:p>
            <a:endParaRPr lang="en-US"/>
          </a:p>
        </p:txBody>
      </p:sp>
      <p:sp>
        <p:nvSpPr>
          <p:cNvPr id="14" name="Text 12"/>
          <p:cNvSpPr/>
          <p:nvPr/>
        </p:nvSpPr>
        <p:spPr>
          <a:xfrm>
            <a:off x="5760720" y="1463040"/>
            <a:ext cx="2651760" cy="658368"/>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Limited visibility</a:t>
            </a:r>
            <a:endParaRPr lang="en-US" sz="1200" dirty="0"/>
          </a:p>
          <a:p>
            <a:pPr marL="0" indent="0">
              <a:buNone/>
            </a:pPr>
            <a:r>
              <a:rPr lang="en-US" sz="1000" dirty="0">
                <a:solidFill>
                  <a:srgbClr val="8FA6B4"/>
                </a:solidFill>
                <a:latin typeface="Segoe UI" pitchFamily="34" charset="0"/>
                <a:ea typeface="Segoe UI" pitchFamily="34" charset="-122"/>
                <a:cs typeface="Segoe UI" pitchFamily="34" charset="-120"/>
              </a:rPr>
              <a:t>Human sight fails; other readings take over.</a:t>
            </a:r>
            <a:endParaRPr lang="en-US" sz="1200" dirty="0"/>
          </a:p>
        </p:txBody>
      </p:sp>
      <p:sp>
        <p:nvSpPr>
          <p:cNvPr id="15" name="Card panel">
            <a:extLst>
              <a:ext uri="{C183D7F6-B498-43B3-948B-1728B52AA6E4}">
                <adec:decorative xmlns:adec="http://schemas.microsoft.com/office/drawing/2017/decorative" val="1"/>
              </a:ext>
            </a:extLst>
          </p:cNvPr>
          <p:cNvSpPr/>
          <p:nvPr/>
        </p:nvSpPr>
        <p:spPr>
          <a:xfrm>
            <a:off x="5577840" y="2240280"/>
            <a:ext cx="2926080" cy="658368"/>
          </a:xfrm>
          <a:prstGeom prst="rect">
            <a:avLst/>
          </a:prstGeom>
          <a:solidFill>
            <a:srgbClr val="0C1522"/>
          </a:solidFill>
          <a:ln w="12700">
            <a:solidFill>
              <a:srgbClr val="333333"/>
            </a:solidFill>
            <a:prstDash val="solid"/>
          </a:ln>
        </p:spPr>
        <p:txBody>
          <a:bodyPr/>
          <a:lstStyle/>
          <a:p>
            <a:endParaRPr lang="en-US"/>
          </a:p>
        </p:txBody>
      </p:sp>
      <p:sp>
        <p:nvSpPr>
          <p:cNvPr id="16" name="Card accent">
            <a:extLst>
              <a:ext uri="{C183D7F6-B498-43B3-948B-1728B52AA6E4}">
                <adec:decorative xmlns:adec="http://schemas.microsoft.com/office/drawing/2017/decorative" val="1"/>
              </a:ext>
            </a:extLst>
          </p:cNvPr>
          <p:cNvSpPr/>
          <p:nvPr/>
        </p:nvSpPr>
        <p:spPr>
          <a:xfrm>
            <a:off x="5577840" y="2240280"/>
            <a:ext cx="54864" cy="658368"/>
          </a:xfrm>
          <a:prstGeom prst="rect">
            <a:avLst/>
          </a:prstGeom>
          <a:solidFill>
            <a:srgbClr val="5FE3F0"/>
          </a:solidFill>
          <a:ln w="12700">
            <a:solidFill>
              <a:srgbClr val="333333"/>
            </a:solidFill>
            <a:prstDash val="solid"/>
          </a:ln>
        </p:spPr>
        <p:txBody>
          <a:bodyPr/>
          <a:lstStyle/>
          <a:p>
            <a:endParaRPr lang="en-US"/>
          </a:p>
        </p:txBody>
      </p:sp>
      <p:sp>
        <p:nvSpPr>
          <p:cNvPr id="17" name="Text 15"/>
          <p:cNvSpPr/>
          <p:nvPr/>
        </p:nvSpPr>
        <p:spPr>
          <a:xfrm>
            <a:off x="5760720" y="2240280"/>
            <a:ext cx="2651760" cy="658368"/>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Unusual optics</a:t>
            </a:r>
            <a:endParaRPr lang="en-US" sz="1200" dirty="0"/>
          </a:p>
          <a:p>
            <a:pPr marL="0" indent="0">
              <a:buNone/>
            </a:pPr>
            <a:r>
              <a:rPr lang="en-US" sz="1000" dirty="0">
                <a:solidFill>
                  <a:srgbClr val="8FA6B4"/>
                </a:solidFill>
                <a:latin typeface="Segoe UI" pitchFamily="34" charset="0"/>
                <a:ea typeface="Segoe UI" pitchFamily="34" charset="-122"/>
                <a:cs typeface="Segoe UI" pitchFamily="34" charset="-120"/>
              </a:rPr>
              <a:t>Refraction, scatter, and caustic light behavior.</a:t>
            </a:r>
            <a:endParaRPr lang="en-US" sz="1200" dirty="0"/>
          </a:p>
        </p:txBody>
      </p:sp>
      <p:sp>
        <p:nvSpPr>
          <p:cNvPr id="18" name="Card panel">
            <a:extLst>
              <a:ext uri="{C183D7F6-B498-43B3-948B-1728B52AA6E4}">
                <adec:decorative xmlns:adec="http://schemas.microsoft.com/office/drawing/2017/decorative" val="1"/>
              </a:ext>
            </a:extLst>
          </p:cNvPr>
          <p:cNvSpPr/>
          <p:nvPr/>
        </p:nvSpPr>
        <p:spPr>
          <a:xfrm>
            <a:off x="5577840" y="3017520"/>
            <a:ext cx="2926080" cy="658368"/>
          </a:xfrm>
          <a:prstGeom prst="rect">
            <a:avLst/>
          </a:prstGeom>
          <a:solidFill>
            <a:srgbClr val="0C1522"/>
          </a:solidFill>
          <a:ln w="12700">
            <a:solidFill>
              <a:srgbClr val="333333"/>
            </a:solidFill>
            <a:prstDash val="solid"/>
          </a:ln>
        </p:spPr>
        <p:txBody>
          <a:bodyPr/>
          <a:lstStyle/>
          <a:p>
            <a:endParaRPr lang="en-US"/>
          </a:p>
        </p:txBody>
      </p:sp>
      <p:sp>
        <p:nvSpPr>
          <p:cNvPr id="19" name="Card accent">
            <a:extLst>
              <a:ext uri="{C183D7F6-B498-43B3-948B-1728B52AA6E4}">
                <adec:decorative xmlns:adec="http://schemas.microsoft.com/office/drawing/2017/decorative" val="1"/>
              </a:ext>
            </a:extLst>
          </p:cNvPr>
          <p:cNvSpPr/>
          <p:nvPr/>
        </p:nvSpPr>
        <p:spPr>
          <a:xfrm>
            <a:off x="5577840" y="3017520"/>
            <a:ext cx="54864" cy="658368"/>
          </a:xfrm>
          <a:prstGeom prst="rect">
            <a:avLst/>
          </a:prstGeom>
          <a:solidFill>
            <a:srgbClr val="5FE3F0"/>
          </a:solidFill>
          <a:ln w="12700">
            <a:solidFill>
              <a:srgbClr val="333333"/>
            </a:solidFill>
            <a:prstDash val="solid"/>
          </a:ln>
        </p:spPr>
        <p:txBody>
          <a:bodyPr/>
          <a:lstStyle/>
          <a:p>
            <a:endParaRPr lang="en-US"/>
          </a:p>
        </p:txBody>
      </p:sp>
      <p:sp>
        <p:nvSpPr>
          <p:cNvPr id="20" name="Text 18"/>
          <p:cNvSpPr/>
          <p:nvPr/>
        </p:nvSpPr>
        <p:spPr>
          <a:xfrm>
            <a:off x="5760720" y="3017520"/>
            <a:ext cx="2651760" cy="658368"/>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Bioluminescence</a:t>
            </a:r>
            <a:endParaRPr lang="en-US" sz="1200" dirty="0"/>
          </a:p>
          <a:p>
            <a:pPr marL="0" indent="0">
              <a:buNone/>
            </a:pPr>
            <a:r>
              <a:rPr lang="en-US" sz="1000" dirty="0">
                <a:solidFill>
                  <a:srgbClr val="8FA6B4"/>
                </a:solidFill>
                <a:latin typeface="Segoe UI" pitchFamily="34" charset="0"/>
                <a:ea typeface="Segoe UI" pitchFamily="34" charset="-122"/>
                <a:cs typeface="Segoe UI" pitchFamily="34" charset="-120"/>
              </a:rPr>
              <a:t>Living glow as a native signal medium.</a:t>
            </a:r>
            <a:endParaRPr lang="en-US" sz="1200" dirty="0"/>
          </a:p>
        </p:txBody>
      </p:sp>
      <p:sp>
        <p:nvSpPr>
          <p:cNvPr id="21" name="Card panel">
            <a:extLst>
              <a:ext uri="{C183D7F6-B498-43B3-948B-1728B52AA6E4}">
                <adec:decorative xmlns:adec="http://schemas.microsoft.com/office/drawing/2017/decorative" val="1"/>
              </a:ext>
            </a:extLst>
          </p:cNvPr>
          <p:cNvSpPr/>
          <p:nvPr/>
        </p:nvSpPr>
        <p:spPr>
          <a:xfrm>
            <a:off x="5577840" y="3794760"/>
            <a:ext cx="2926080" cy="658368"/>
          </a:xfrm>
          <a:prstGeom prst="rect">
            <a:avLst/>
          </a:prstGeom>
          <a:solidFill>
            <a:srgbClr val="0C1522"/>
          </a:solidFill>
          <a:ln w="12700">
            <a:solidFill>
              <a:srgbClr val="333333"/>
            </a:solidFill>
            <a:prstDash val="solid"/>
          </a:ln>
        </p:spPr>
        <p:txBody>
          <a:bodyPr/>
          <a:lstStyle/>
          <a:p>
            <a:endParaRPr lang="en-US"/>
          </a:p>
        </p:txBody>
      </p:sp>
      <p:sp>
        <p:nvSpPr>
          <p:cNvPr id="22" name="Card accent">
            <a:extLst>
              <a:ext uri="{C183D7F6-B498-43B3-948B-1728B52AA6E4}">
                <adec:decorative xmlns:adec="http://schemas.microsoft.com/office/drawing/2017/decorative" val="1"/>
              </a:ext>
            </a:extLst>
          </p:cNvPr>
          <p:cNvSpPr/>
          <p:nvPr/>
        </p:nvSpPr>
        <p:spPr>
          <a:xfrm>
            <a:off x="5577840" y="3794760"/>
            <a:ext cx="54864" cy="658368"/>
          </a:xfrm>
          <a:prstGeom prst="rect">
            <a:avLst/>
          </a:prstGeom>
          <a:solidFill>
            <a:srgbClr val="5FE3F0"/>
          </a:solidFill>
          <a:ln w="12700">
            <a:solidFill>
              <a:srgbClr val="333333"/>
            </a:solidFill>
            <a:prstDash val="solid"/>
          </a:ln>
        </p:spPr>
        <p:txBody>
          <a:bodyPr/>
          <a:lstStyle/>
          <a:p>
            <a:endParaRPr lang="en-US"/>
          </a:p>
        </p:txBody>
      </p:sp>
      <p:sp>
        <p:nvSpPr>
          <p:cNvPr id="23" name="Text 21"/>
          <p:cNvSpPr/>
          <p:nvPr/>
        </p:nvSpPr>
        <p:spPr>
          <a:xfrm>
            <a:off x="5760720" y="3794760"/>
            <a:ext cx="2651760" cy="658368"/>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Unknown signals</a:t>
            </a:r>
            <a:endParaRPr lang="en-US" sz="1200" dirty="0"/>
          </a:p>
          <a:p>
            <a:pPr marL="0" indent="0">
              <a:buNone/>
            </a:pPr>
            <a:r>
              <a:rPr lang="en-US" sz="1000" dirty="0">
                <a:solidFill>
                  <a:srgbClr val="8FA6B4"/>
                </a:solidFill>
                <a:latin typeface="Segoe UI" pitchFamily="34" charset="0"/>
                <a:ea typeface="Segoe UI" pitchFamily="34" charset="-122"/>
                <a:cs typeface="Segoe UI" pitchFamily="34" charset="-120"/>
              </a:rPr>
              <a:t>Interpretation without established ground truth.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ark seafloor-adjacent surface crossed by a dense blue-white harmonic lattice."/>
          <p:cNvPicPr>
            <a:picLocks noChangeAspect="1"/>
          </p:cNvPicPr>
          <p:nvPr/>
        </p:nvPicPr>
        <p:blipFill>
          <a:blip r:embed="rId3"/>
          <a:srcRect l="22767" r="22767"/>
          <a:stretch/>
        </p:blipFill>
        <p:spPr>
          <a:xfrm>
            <a:off x="4937760" y="0"/>
            <a:ext cx="4206240" cy="5143500"/>
          </a:xfrm>
          <a:prstGeom prst="rect">
            <a:avLst/>
          </a:prstGeom>
        </p:spPr>
      </p:pic>
      <p:sp>
        <p:nvSpPr>
          <p:cNvPr id="3" name="Text 0"/>
          <p:cNvSpPr>
            <a:spLocks noGrp="1"/>
          </p:cNvSpPr>
          <p:nvPr>
            <p:ph type="title" idx="100" hasCustomPrompt="1"/>
          </p:nvPr>
        </p:nvSpPr>
        <p:spPr>
          <a:xfrm>
            <a:off x="640080" y="457200"/>
            <a:ext cx="3931920" cy="914400"/>
          </a:xfrm>
          <a:prstGeom prst="rect">
            <a:avLst/>
          </a:prstGeom>
          <a:noFill/>
          <a:ln/>
        </p:spPr>
        <p:txBody>
          <a:bodyPr wrap="square" lIns="0" tIns="0" rIns="0" bIns="0" rtlCol="0" anchor="t"/>
          <a:lstStyle/>
          <a:p>
            <a:pPr marL="0" indent="0">
              <a:buNone/>
            </a:pPr>
            <a:r>
              <a:rPr lang="en-US" sz="2600" b="1" dirty="0">
                <a:solidFill>
                  <a:srgbClr val="EAF6FA"/>
                </a:solidFill>
                <a:latin typeface="Segoe UI" pitchFamily="34" charset="0"/>
                <a:ea typeface="Segoe UI" pitchFamily="34" charset="-122"/>
                <a:cs typeface="Segoe UI" pitchFamily="34" charset="-120"/>
              </a:rPr>
              <a:t>The Speculative Visual Model</a:t>
            </a:r>
            <a:endParaRPr lang="en-US" sz="2600" dirty="0"/>
          </a:p>
        </p:txBody>
      </p:sp>
      <p:sp>
        <p:nvSpPr>
          <p:cNvPr id="4" name="Accent rule">
            <a:extLst>
              <a:ext uri="{C183D7F6-B498-43B3-948B-1728B52AA6E4}">
                <adec:decorative xmlns:adec="http://schemas.microsoft.com/office/drawing/2017/decorative" val="1"/>
              </a:ext>
            </a:extLst>
          </p:cNvPr>
          <p:cNvSpPr/>
          <p:nvPr/>
        </p:nvSpPr>
        <p:spPr>
          <a:xfrm>
            <a:off x="640080" y="1371600"/>
            <a:ext cx="1005840" cy="41148"/>
          </a:xfrm>
          <a:prstGeom prst="rect">
            <a:avLst/>
          </a:prstGeom>
          <a:solidFill>
            <a:srgbClr val="5FE3F0"/>
          </a:solidFill>
          <a:ln w="12700">
            <a:solidFill>
              <a:srgbClr val="333333"/>
            </a:solidFill>
            <a:prstDash val="solid"/>
          </a:ln>
        </p:spPr>
        <p:txBody>
          <a:bodyPr/>
          <a:lstStyle/>
          <a:p>
            <a:endParaRPr lang="en-US"/>
          </a:p>
        </p:txBody>
      </p:sp>
      <p:sp>
        <p:nvSpPr>
          <p:cNvPr id="5" name="Text 2"/>
          <p:cNvSpPr/>
          <p:nvPr/>
        </p:nvSpPr>
        <p:spPr>
          <a:xfrm>
            <a:off x="640080" y="1737360"/>
            <a:ext cx="3931920" cy="1371600"/>
          </a:xfrm>
          <a:prstGeom prst="rect">
            <a:avLst/>
          </a:prstGeom>
          <a:noFill/>
          <a:ln/>
        </p:spPr>
        <p:txBody>
          <a:bodyPr wrap="square" rtlCol="0" anchor="ctr"/>
          <a:lstStyle/>
          <a:p>
            <a:pPr marL="0" indent="0">
              <a:lnSpc>
                <a:spcPts val="2200"/>
              </a:lnSpc>
              <a:buNone/>
            </a:pPr>
            <a:r>
              <a:rPr lang="en-US" sz="1300" dirty="0">
                <a:solidFill>
                  <a:srgbClr val="8FA6B4"/>
                </a:solidFill>
                <a:latin typeface="Segoe UI" pitchFamily="34" charset="0"/>
                <a:ea typeface="Segoe UI" pitchFamily="34" charset="-122"/>
                <a:cs typeface="Segoe UI" pitchFamily="34" charset="-120"/>
              </a:rPr>
              <a:t>RSHF is framed as a surface-bound, optical-first visualization model. It imagines light-interference-inspired lattices appearing across seafloor planes, shells, translucent bodies, reflective surfaces, or instrument glass.</a:t>
            </a:r>
            <a:endParaRPr lang="en-US" sz="1300" dirty="0"/>
          </a:p>
        </p:txBody>
      </p:sp>
      <p:sp>
        <p:nvSpPr>
          <p:cNvPr id="6" name="Item accent">
            <a:extLst>
              <a:ext uri="{C183D7F6-B498-43B3-948B-1728B52AA6E4}">
                <adec:decorative xmlns:adec="http://schemas.microsoft.com/office/drawing/2017/decorative" val="1"/>
              </a:ext>
            </a:extLst>
          </p:cNvPr>
          <p:cNvSpPr/>
          <p:nvPr/>
        </p:nvSpPr>
        <p:spPr>
          <a:xfrm>
            <a:off x="640080" y="3108960"/>
            <a:ext cx="54864" cy="457200"/>
          </a:xfrm>
          <a:prstGeom prst="rect">
            <a:avLst/>
          </a:prstGeom>
          <a:solidFill>
            <a:srgbClr val="5FE3F0"/>
          </a:solidFill>
          <a:ln w="12700">
            <a:solidFill>
              <a:srgbClr val="333333"/>
            </a:solidFill>
            <a:prstDash val="solid"/>
          </a:ln>
        </p:spPr>
        <p:txBody>
          <a:bodyPr/>
          <a:lstStyle/>
          <a:p>
            <a:endParaRPr lang="en-US"/>
          </a:p>
        </p:txBody>
      </p:sp>
      <p:sp>
        <p:nvSpPr>
          <p:cNvPr id="7" name="Text 4"/>
          <p:cNvSpPr/>
          <p:nvPr/>
        </p:nvSpPr>
        <p:spPr>
          <a:xfrm>
            <a:off x="822960" y="3108960"/>
            <a:ext cx="3931920" cy="45720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Surface-bound  </a:t>
            </a:r>
            <a:r>
              <a:rPr lang="en-US" sz="1100" dirty="0">
                <a:solidFill>
                  <a:srgbClr val="8FA6B4"/>
                </a:solidFill>
                <a:latin typeface="Segoe UI" pitchFamily="34" charset="0"/>
                <a:ea typeface="Segoe UI" pitchFamily="34" charset="-122"/>
                <a:cs typeface="Segoe UI" pitchFamily="34" charset="-120"/>
              </a:rPr>
              <a:t>No readable surface, no visible field.</a:t>
            </a:r>
            <a:endParaRPr lang="en-US" sz="1200" dirty="0"/>
          </a:p>
        </p:txBody>
      </p:sp>
      <p:sp>
        <p:nvSpPr>
          <p:cNvPr id="8" name="Item accent">
            <a:extLst>
              <a:ext uri="{C183D7F6-B498-43B3-948B-1728B52AA6E4}">
                <adec:decorative xmlns:adec="http://schemas.microsoft.com/office/drawing/2017/decorative" val="1"/>
              </a:ext>
            </a:extLst>
          </p:cNvPr>
          <p:cNvSpPr/>
          <p:nvPr/>
        </p:nvSpPr>
        <p:spPr>
          <a:xfrm>
            <a:off x="640080" y="3675888"/>
            <a:ext cx="54864" cy="457200"/>
          </a:xfrm>
          <a:prstGeom prst="rect">
            <a:avLst/>
          </a:prstGeom>
          <a:solidFill>
            <a:srgbClr val="5FE3F0"/>
          </a:solidFill>
          <a:ln w="12700">
            <a:solidFill>
              <a:srgbClr val="333333"/>
            </a:solidFill>
            <a:prstDash val="solid"/>
          </a:ln>
        </p:spPr>
        <p:txBody>
          <a:bodyPr/>
          <a:lstStyle/>
          <a:p>
            <a:endParaRPr lang="en-US"/>
          </a:p>
        </p:txBody>
      </p:sp>
      <p:sp>
        <p:nvSpPr>
          <p:cNvPr id="9" name="Text 6"/>
          <p:cNvSpPr/>
          <p:nvPr/>
        </p:nvSpPr>
        <p:spPr>
          <a:xfrm>
            <a:off x="822960" y="3675888"/>
            <a:ext cx="3931920" cy="45720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Optical-first  </a:t>
            </a:r>
            <a:r>
              <a:rPr lang="en-US" sz="1100" dirty="0">
                <a:solidFill>
                  <a:srgbClr val="8FA6B4"/>
                </a:solidFill>
                <a:latin typeface="Segoe UI" pitchFamily="34" charset="0"/>
                <a:ea typeface="Segoe UI" pitchFamily="34" charset="-122"/>
                <a:cs typeface="Segoe UI" pitchFamily="34" charset="-120"/>
              </a:rPr>
              <a:t>Light behavior carries the pattern.</a:t>
            </a:r>
            <a:endParaRPr lang="en-US" sz="1200" dirty="0"/>
          </a:p>
        </p:txBody>
      </p:sp>
      <p:sp>
        <p:nvSpPr>
          <p:cNvPr id="10" name="Item accent">
            <a:extLst>
              <a:ext uri="{C183D7F6-B498-43B3-948B-1728B52AA6E4}">
                <adec:decorative xmlns:adec="http://schemas.microsoft.com/office/drawing/2017/decorative" val="1"/>
              </a:ext>
            </a:extLst>
          </p:cNvPr>
          <p:cNvSpPr/>
          <p:nvPr/>
        </p:nvSpPr>
        <p:spPr>
          <a:xfrm>
            <a:off x="640080" y="4242816"/>
            <a:ext cx="54864" cy="457200"/>
          </a:xfrm>
          <a:prstGeom prst="rect">
            <a:avLst/>
          </a:prstGeom>
          <a:solidFill>
            <a:srgbClr val="5FE3F0"/>
          </a:solidFill>
          <a:ln w="12700">
            <a:solidFill>
              <a:srgbClr val="333333"/>
            </a:solidFill>
            <a:prstDash val="solid"/>
          </a:ln>
        </p:spPr>
        <p:txBody>
          <a:bodyPr/>
          <a:lstStyle/>
          <a:p>
            <a:endParaRPr lang="en-US"/>
          </a:p>
        </p:txBody>
      </p:sp>
      <p:sp>
        <p:nvSpPr>
          <p:cNvPr id="11" name="Text 8"/>
          <p:cNvSpPr/>
          <p:nvPr/>
        </p:nvSpPr>
        <p:spPr>
          <a:xfrm>
            <a:off x="822960" y="4242816"/>
            <a:ext cx="3931920" cy="45720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Density-driven  </a:t>
            </a:r>
            <a:r>
              <a:rPr lang="en-US" sz="1100" dirty="0">
                <a:solidFill>
                  <a:srgbClr val="8FA6B4"/>
                </a:solidFill>
                <a:latin typeface="Segoe UI" pitchFamily="34" charset="0"/>
                <a:ea typeface="Segoe UI" pitchFamily="34" charset="-122"/>
                <a:cs typeface="Segoe UI" pitchFamily="34" charset="-120"/>
              </a:rPr>
              <a:t>Weave tightness reads as intensity.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57200"/>
            <a:ext cx="7863840" cy="685800"/>
          </a:xfrm>
          <a:prstGeom prst="rect">
            <a:avLst/>
          </a:prstGeom>
          <a:noFill/>
          <a:ln/>
        </p:spPr>
        <p:txBody>
          <a:bodyPr wrap="square" lIns="0" tIns="0" rIns="0" bIns="0" rtlCol="0" anchor="ctr"/>
          <a:lstStyle/>
          <a:p>
            <a:pPr marL="0" indent="0">
              <a:buNone/>
            </a:pPr>
            <a:r>
              <a:rPr lang="en-US" sz="2500" b="1" dirty="0">
                <a:solidFill>
                  <a:srgbClr val="EAF6FA"/>
                </a:solidFill>
                <a:latin typeface="Segoe UI" pitchFamily="34" charset="0"/>
                <a:ea typeface="Segoe UI" pitchFamily="34" charset="-122"/>
                <a:cs typeface="Segoe UI" pitchFamily="34" charset="-120"/>
              </a:rPr>
              <a:t>Bioluminescence-Inspired Pattern Language</a:t>
            </a:r>
            <a:endParaRPr lang="en-US" sz="2500" dirty="0"/>
          </a:p>
        </p:txBody>
      </p:sp>
      <p:sp>
        <p:nvSpPr>
          <p:cNvPr id="3" name="Accent rule">
            <a:extLst>
              <a:ext uri="{C183D7F6-B498-43B3-948B-1728B52AA6E4}">
                <adec:decorative xmlns:adec="http://schemas.microsoft.com/office/drawing/2017/decorative" val="1"/>
              </a:ext>
            </a:extLst>
          </p:cNvPr>
          <p:cNvSpPr/>
          <p:nvPr/>
        </p:nvSpPr>
        <p:spPr>
          <a:xfrm>
            <a:off x="640080" y="1207008"/>
            <a:ext cx="1005840" cy="41148"/>
          </a:xfrm>
          <a:prstGeom prst="rect">
            <a:avLst/>
          </a:prstGeom>
          <a:solidFill>
            <a:srgbClr val="5FE3F0"/>
          </a:solidFill>
          <a:ln w="12700">
            <a:solidFill>
              <a:srgbClr val="333333"/>
            </a:solidFill>
            <a:prstDash val="solid"/>
          </a:ln>
        </p:spPr>
        <p:txBody>
          <a:bodyPr/>
          <a:lstStyle/>
          <a:p>
            <a:endParaRPr lang="en-US"/>
          </a:p>
        </p:txBody>
      </p:sp>
      <p:sp>
        <p:nvSpPr>
          <p:cNvPr id="4" name="Text 2"/>
          <p:cNvSpPr/>
          <p:nvPr/>
        </p:nvSpPr>
        <p:spPr>
          <a:xfrm>
            <a:off x="640080" y="1463040"/>
            <a:ext cx="3840480" cy="1371600"/>
          </a:xfrm>
          <a:prstGeom prst="rect">
            <a:avLst/>
          </a:prstGeom>
          <a:noFill/>
          <a:ln/>
        </p:spPr>
        <p:txBody>
          <a:bodyPr wrap="square" rtlCol="0" anchor="ctr"/>
          <a:lstStyle/>
          <a:p>
            <a:pPr marL="0" indent="0">
              <a:lnSpc>
                <a:spcPts val="2200"/>
              </a:lnSpc>
              <a:buNone/>
            </a:pPr>
            <a:r>
              <a:rPr lang="en-US" sz="1500" dirty="0">
                <a:solidFill>
                  <a:srgbClr val="8FA6B4"/>
                </a:solidFill>
                <a:latin typeface="Segoe UI" pitchFamily="34" charset="0"/>
                <a:ea typeface="Segoe UI" pitchFamily="34" charset="-122"/>
                <a:cs typeface="Segoe UI" pitchFamily="34" charset="-120"/>
              </a:rPr>
              <a:t>The tighter the lattice appears, the more intense the visual expression is interpreted to be. Broken, sparse, dense, and uniform patterns become a speculative language for glow, shadow, reflection, and underwater visibility.</a:t>
            </a:r>
            <a:endParaRPr lang="en-US" sz="1500" dirty="0"/>
          </a:p>
        </p:txBody>
      </p:sp>
      <p:pic>
        <p:nvPicPr>
          <p:cNvPr id="5" name="Image 0" descr="Four panels showing low-density, high-density, broken, and uniform lattice states."/>
          <p:cNvPicPr>
            <a:picLocks noChangeAspect="1"/>
          </p:cNvPicPr>
          <p:nvPr/>
        </p:nvPicPr>
        <p:blipFill>
          <a:blip r:embed="rId3"/>
          <a:srcRect t="1202" b="1202"/>
          <a:stretch/>
        </p:blipFill>
        <p:spPr>
          <a:xfrm>
            <a:off x="4846320" y="1371600"/>
            <a:ext cx="3657600" cy="237744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384048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10896">
                <a:tc>
                  <a:txBody>
                    <a:bodyPr/>
                    <a:lstStyle/>
                    <a:p>
                      <a:pPr marL="0" indent="0">
                        <a:buNone/>
                      </a:pPr>
                      <a:r>
                        <a:rPr lang="en-US" sz="1000" b="1" dirty="0">
                          <a:solidFill>
                            <a:srgbClr val="05080F"/>
                          </a:solidFill>
                          <a:latin typeface="Segoe UI" pitchFamily="34" charset="0"/>
                          <a:ea typeface="Segoe UI" pitchFamily="34" charset="-122"/>
                          <a:cs typeface="Segoe UI" pitchFamily="34" charset="-120"/>
                        </a:rPr>
                        <a:t>Pattern State</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5FE3F0"/>
                    </a:solidFill>
                  </a:tcPr>
                </a:tc>
                <a:tc>
                  <a:txBody>
                    <a:bodyPr/>
                    <a:lstStyle/>
                    <a:p>
                      <a:pPr marL="0" indent="0">
                        <a:buNone/>
                      </a:pPr>
                      <a:r>
                        <a:rPr lang="en-US" sz="1000" b="1" dirty="0">
                          <a:solidFill>
                            <a:srgbClr val="05080F"/>
                          </a:solidFill>
                          <a:latin typeface="Segoe UI" pitchFamily="34" charset="0"/>
                          <a:ea typeface="Segoe UI" pitchFamily="34" charset="-122"/>
                          <a:cs typeface="Segoe UI" pitchFamily="34" charset="-120"/>
                        </a:rPr>
                        <a:t>Interpretive Reading</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5FE3F0"/>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High-density lattice</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High interpreted intensity</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Low-density lattice</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Low interpreted intensity</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Broken lattice</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Visually unstable expression</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Uniform lattice</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tc>
                  <a:txBody>
                    <a:bodyPr/>
                    <a:lstStyle/>
                    <a:p>
                      <a:pPr marL="0" indent="0">
                        <a:buNone/>
                      </a:pPr>
                      <a:r>
                        <a:rPr lang="en-US" sz="1000" dirty="0">
                          <a:solidFill>
                            <a:srgbClr val="EAF6FA"/>
                          </a:solidFill>
                          <a:latin typeface="Segoe UI" pitchFamily="34" charset="0"/>
                          <a:ea typeface="Segoe UI" pitchFamily="34" charset="-122"/>
                          <a:cs typeface="Segoe UI" pitchFamily="34" charset="-120"/>
                        </a:rPr>
                        <a:t>Visually stable expression</a:t>
                      </a:r>
                      <a:endParaRPr lang="en-US" sz="1000" dirty="0">
                        <a:latin typeface="Segoe UI" charset="0"/>
                        <a:ea typeface="Segoe UI" charset="0"/>
                        <a:cs typeface="Segoe UI" charset="0"/>
                      </a:endParaRPr>
                    </a:p>
                  </a:txBody>
                  <a:tcPr>
                    <a:lnL w="12700" cap="flat" cmpd="sng" algn="ctr">
                      <a:solidFill>
                        <a:srgbClr val="1B2B3C"/>
                      </a:solidFill>
                      <a:prstDash val="solid"/>
                      <a:round/>
                      <a:headEnd type="none" w="med" len="med"/>
                      <a:tailEnd type="none" w="med" len="med"/>
                    </a:lnL>
                    <a:lnR w="12700" cap="flat" cmpd="sng" algn="ctr">
                      <a:solidFill>
                        <a:srgbClr val="1B2B3C"/>
                      </a:solidFill>
                      <a:prstDash val="solid"/>
                      <a:round/>
                      <a:headEnd type="none" w="med" len="med"/>
                      <a:tailEnd type="none" w="med" len="med"/>
                    </a:lnR>
                    <a:lnT w="12700" cap="flat" cmpd="sng" algn="ctr">
                      <a:solidFill>
                        <a:srgbClr val="1B2B3C"/>
                      </a:solidFill>
                      <a:prstDash val="solid"/>
                      <a:round/>
                      <a:headEnd type="none" w="med" len="med"/>
                      <a:tailEnd type="none" w="med" len="med"/>
                    </a:lnT>
                    <a:lnB w="12700" cap="flat" cmpd="sng" algn="ctr">
                      <a:solidFill>
                        <a:srgbClr val="1B2B3C"/>
                      </a:solidFill>
                      <a:prstDash val="solid"/>
                      <a:round/>
                      <a:headEnd type="none" w="med" len="med"/>
                      <a:tailEnd type="none" w="med" len="med"/>
                    </a:lnB>
                    <a:solidFill>
                      <a:srgbClr val="0C152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ttice line">
            <a:extLst>
              <a:ext uri="{C183D7F6-B498-43B3-948B-1728B52AA6E4}">
                <adec:decorative xmlns:adec="http://schemas.microsoft.com/office/drawing/2017/decorative" val="1"/>
              </a:ext>
            </a:extLst>
          </p:cNvPr>
          <p:cNvSpPr/>
          <p:nvPr/>
        </p:nvSpPr>
        <p:spPr>
          <a:xfrm>
            <a:off x="0" y="137160"/>
            <a:ext cx="9144000" cy="0"/>
          </a:xfrm>
          <a:prstGeom prst="line">
            <a:avLst/>
          </a:prstGeom>
          <a:noFill/>
          <a:ln w="9525">
            <a:solidFill>
              <a:srgbClr val="5FE3F0">
                <a:alpha val="12000"/>
              </a:srgbClr>
            </a:solidFill>
            <a:prstDash val="solid"/>
          </a:ln>
        </p:spPr>
        <p:txBody>
          <a:bodyPr/>
          <a:lstStyle/>
          <a:p>
            <a:endParaRPr lang="en-US"/>
          </a:p>
        </p:txBody>
      </p:sp>
      <p:sp>
        <p:nvSpPr>
          <p:cNvPr id="3" name="Lattice line">
            <a:extLst>
              <a:ext uri="{C183D7F6-B498-43B3-948B-1728B52AA6E4}">
                <adec:decorative xmlns:adec="http://schemas.microsoft.com/office/drawing/2017/decorative" val="1"/>
              </a:ext>
            </a:extLst>
          </p:cNvPr>
          <p:cNvSpPr/>
          <p:nvPr/>
        </p:nvSpPr>
        <p:spPr>
          <a:xfrm>
            <a:off x="0" y="914400"/>
            <a:ext cx="9144000" cy="0"/>
          </a:xfrm>
          <a:prstGeom prst="line">
            <a:avLst/>
          </a:prstGeom>
          <a:noFill/>
          <a:ln w="9525">
            <a:solidFill>
              <a:srgbClr val="5FE3F0">
                <a:alpha val="12000"/>
              </a:srgbClr>
            </a:solidFill>
            <a:prstDash val="solid"/>
          </a:ln>
        </p:spPr>
        <p:txBody>
          <a:bodyPr/>
          <a:lstStyle/>
          <a:p>
            <a:endParaRPr lang="en-US"/>
          </a:p>
        </p:txBody>
      </p:sp>
      <p:sp>
        <p:nvSpPr>
          <p:cNvPr id="4" name="Lattice line">
            <a:extLst>
              <a:ext uri="{C183D7F6-B498-43B3-948B-1728B52AA6E4}">
                <adec:decorative xmlns:adec="http://schemas.microsoft.com/office/drawing/2017/decorative" val="1"/>
              </a:ext>
            </a:extLst>
          </p:cNvPr>
          <p:cNvSpPr/>
          <p:nvPr/>
        </p:nvSpPr>
        <p:spPr>
          <a:xfrm>
            <a:off x="0" y="1691640"/>
            <a:ext cx="9144000" cy="0"/>
          </a:xfrm>
          <a:prstGeom prst="line">
            <a:avLst/>
          </a:prstGeom>
          <a:noFill/>
          <a:ln w="9525">
            <a:solidFill>
              <a:srgbClr val="5FE3F0">
                <a:alpha val="12000"/>
              </a:srgbClr>
            </a:solidFill>
            <a:prstDash val="solid"/>
          </a:ln>
        </p:spPr>
        <p:txBody>
          <a:bodyPr/>
          <a:lstStyle/>
          <a:p>
            <a:endParaRPr lang="en-US"/>
          </a:p>
        </p:txBody>
      </p:sp>
      <p:sp>
        <p:nvSpPr>
          <p:cNvPr id="5" name="Lattice line">
            <a:extLst>
              <a:ext uri="{C183D7F6-B498-43B3-948B-1728B52AA6E4}">
                <adec:decorative xmlns:adec="http://schemas.microsoft.com/office/drawing/2017/decorative" val="1"/>
              </a:ext>
            </a:extLst>
          </p:cNvPr>
          <p:cNvSpPr/>
          <p:nvPr/>
        </p:nvSpPr>
        <p:spPr>
          <a:xfrm>
            <a:off x="0" y="2468880"/>
            <a:ext cx="9144000" cy="0"/>
          </a:xfrm>
          <a:prstGeom prst="line">
            <a:avLst/>
          </a:prstGeom>
          <a:noFill/>
          <a:ln w="9525">
            <a:solidFill>
              <a:srgbClr val="5FE3F0">
                <a:alpha val="12000"/>
              </a:srgbClr>
            </a:solidFill>
            <a:prstDash val="solid"/>
          </a:ln>
        </p:spPr>
        <p:txBody>
          <a:bodyPr/>
          <a:lstStyle/>
          <a:p>
            <a:endParaRPr lang="en-US"/>
          </a:p>
        </p:txBody>
      </p:sp>
      <p:sp>
        <p:nvSpPr>
          <p:cNvPr id="6" name="Lattice line">
            <a:extLst>
              <a:ext uri="{C183D7F6-B498-43B3-948B-1728B52AA6E4}">
                <adec:decorative xmlns:adec="http://schemas.microsoft.com/office/drawing/2017/decorative" val="1"/>
              </a:ext>
            </a:extLst>
          </p:cNvPr>
          <p:cNvSpPr/>
          <p:nvPr/>
        </p:nvSpPr>
        <p:spPr>
          <a:xfrm>
            <a:off x="0" y="3246120"/>
            <a:ext cx="9144000" cy="0"/>
          </a:xfrm>
          <a:prstGeom prst="line">
            <a:avLst/>
          </a:prstGeom>
          <a:noFill/>
          <a:ln w="9525">
            <a:solidFill>
              <a:srgbClr val="5FE3F0">
                <a:alpha val="12000"/>
              </a:srgbClr>
            </a:solidFill>
            <a:prstDash val="solid"/>
          </a:ln>
        </p:spPr>
        <p:txBody>
          <a:bodyPr/>
          <a:lstStyle/>
          <a:p>
            <a:endParaRPr lang="en-US"/>
          </a:p>
        </p:txBody>
      </p:sp>
      <p:sp>
        <p:nvSpPr>
          <p:cNvPr id="7" name="Lattice line">
            <a:extLst>
              <a:ext uri="{C183D7F6-B498-43B3-948B-1728B52AA6E4}">
                <adec:decorative xmlns:adec="http://schemas.microsoft.com/office/drawing/2017/decorative" val="1"/>
              </a:ext>
            </a:extLst>
          </p:cNvPr>
          <p:cNvSpPr/>
          <p:nvPr/>
        </p:nvSpPr>
        <p:spPr>
          <a:xfrm>
            <a:off x="0" y="4023360"/>
            <a:ext cx="9144000" cy="0"/>
          </a:xfrm>
          <a:prstGeom prst="line">
            <a:avLst/>
          </a:prstGeom>
          <a:noFill/>
          <a:ln w="9525">
            <a:solidFill>
              <a:srgbClr val="5FE3F0">
                <a:alpha val="12000"/>
              </a:srgbClr>
            </a:solidFill>
            <a:prstDash val="solid"/>
          </a:ln>
        </p:spPr>
        <p:txBody>
          <a:bodyPr/>
          <a:lstStyle/>
          <a:p>
            <a:endParaRPr lang="en-US"/>
          </a:p>
        </p:txBody>
      </p:sp>
      <p:sp>
        <p:nvSpPr>
          <p:cNvPr id="8" name="Lattice line">
            <a:extLst>
              <a:ext uri="{C183D7F6-B498-43B3-948B-1728B52AA6E4}">
                <adec:decorative xmlns:adec="http://schemas.microsoft.com/office/drawing/2017/decorative" val="1"/>
              </a:ext>
            </a:extLst>
          </p:cNvPr>
          <p:cNvSpPr/>
          <p:nvPr/>
        </p:nvSpPr>
        <p:spPr>
          <a:xfrm>
            <a:off x="0" y="4800600"/>
            <a:ext cx="9144000" cy="0"/>
          </a:xfrm>
          <a:prstGeom prst="line">
            <a:avLst/>
          </a:prstGeom>
          <a:noFill/>
          <a:ln w="9525">
            <a:solidFill>
              <a:srgbClr val="5FE3F0">
                <a:alpha val="12000"/>
              </a:srgbClr>
            </a:solidFill>
            <a:prstDash val="solid"/>
          </a:ln>
        </p:spPr>
        <p:txBody>
          <a:bodyPr/>
          <a:lstStyle/>
          <a:p>
            <a:endParaRPr lang="en-US"/>
          </a:p>
        </p:txBody>
      </p:sp>
      <p:sp>
        <p:nvSpPr>
          <p:cNvPr id="9" name="Text 0"/>
          <p:cNvSpPr>
            <a:spLocks noGrp="1"/>
          </p:cNvSpPr>
          <p:nvPr>
            <p:ph type="title" idx="100" hasCustomPrompt="1"/>
          </p:nvPr>
        </p:nvSpPr>
        <p:spPr>
          <a:xfrm>
            <a:off x="640080" y="457200"/>
            <a:ext cx="7863840" cy="685800"/>
          </a:xfrm>
          <a:prstGeom prst="rect">
            <a:avLst/>
          </a:prstGeom>
          <a:noFill/>
          <a:ln/>
        </p:spPr>
        <p:txBody>
          <a:bodyPr wrap="square" lIns="0" tIns="0" rIns="0" bIns="0" rtlCol="0" anchor="ctr"/>
          <a:lstStyle/>
          <a:p>
            <a:pPr marL="0" indent="0">
              <a:buNone/>
            </a:pPr>
            <a:r>
              <a:rPr lang="en-US" sz="2800" b="1" dirty="0">
                <a:solidFill>
                  <a:srgbClr val="EAF6FA"/>
                </a:solidFill>
                <a:latin typeface="Segoe UI" pitchFamily="34" charset="0"/>
                <a:ea typeface="Segoe UI" pitchFamily="34" charset="-122"/>
                <a:cs typeface="Segoe UI" pitchFamily="34" charset="-120"/>
              </a:rPr>
              <a:t>Deep-Sea Disruption Events</a:t>
            </a:r>
            <a:endParaRPr lang="en-US" sz="2800" dirty="0"/>
          </a:p>
        </p:txBody>
      </p:sp>
      <p:sp>
        <p:nvSpPr>
          <p:cNvPr id="10" name="Accent rule">
            <a:extLst>
              <a:ext uri="{C183D7F6-B498-43B3-948B-1728B52AA6E4}">
                <adec:decorative xmlns:adec="http://schemas.microsoft.com/office/drawing/2017/decorative" val="1"/>
              </a:ext>
            </a:extLst>
          </p:cNvPr>
          <p:cNvSpPr/>
          <p:nvPr/>
        </p:nvSpPr>
        <p:spPr>
          <a:xfrm>
            <a:off x="640080" y="1207008"/>
            <a:ext cx="1005840" cy="41148"/>
          </a:xfrm>
          <a:prstGeom prst="rect">
            <a:avLst/>
          </a:prstGeom>
          <a:solidFill>
            <a:srgbClr val="5FE3F0"/>
          </a:solidFill>
          <a:ln w="12700">
            <a:solidFill>
              <a:srgbClr val="333333"/>
            </a:solidFill>
            <a:prstDash val="solid"/>
          </a:ln>
        </p:spPr>
        <p:txBody>
          <a:bodyPr/>
          <a:lstStyle/>
          <a:p>
            <a:endParaRPr lang="en-US"/>
          </a:p>
        </p:txBody>
      </p:sp>
      <p:sp>
        <p:nvSpPr>
          <p:cNvPr id="11" name="Text 9"/>
          <p:cNvSpPr/>
          <p:nvPr/>
        </p:nvSpPr>
        <p:spPr>
          <a:xfrm>
            <a:off x="640080" y="1554480"/>
            <a:ext cx="7863840" cy="914400"/>
          </a:xfrm>
          <a:prstGeom prst="rect">
            <a:avLst/>
          </a:prstGeom>
          <a:noFill/>
          <a:ln/>
        </p:spPr>
        <p:txBody>
          <a:bodyPr wrap="square" rtlCol="0" anchor="ctr"/>
          <a:lstStyle/>
          <a:p>
            <a:pPr marL="0" indent="0">
              <a:lnSpc>
                <a:spcPts val="2200"/>
              </a:lnSpc>
              <a:buNone/>
            </a:pPr>
            <a:r>
              <a:rPr lang="en-US" sz="1500" dirty="0">
                <a:solidFill>
                  <a:srgbClr val="8FA6B4"/>
                </a:solidFill>
                <a:latin typeface="Segoe UI" pitchFamily="34" charset="0"/>
                <a:ea typeface="Segoe UI" pitchFamily="34" charset="-122"/>
                <a:cs typeface="Segoe UI" pitchFamily="34" charset="-120"/>
              </a:rPr>
              <a:t>Currents, sediment clouds, passing organisms, submersible lights, shell surfaces, and reflective tools act as visual interruptions. Each interruption is represented as a local change in the lattice that spreads outward as a visible fracture or soft distortion.</a:t>
            </a:r>
            <a:endParaRPr lang="en-US" sz="1500" dirty="0"/>
          </a:p>
        </p:txBody>
      </p:sp>
      <p:sp>
        <p:nvSpPr>
          <p:cNvPr id="12" name="Event panel">
            <a:extLst>
              <a:ext uri="{C183D7F6-B498-43B3-948B-1728B52AA6E4}">
                <adec:decorative xmlns:adec="http://schemas.microsoft.com/office/drawing/2017/decorative" val="1"/>
              </a:ext>
            </a:extLst>
          </p:cNvPr>
          <p:cNvSpPr/>
          <p:nvPr/>
        </p:nvSpPr>
        <p:spPr>
          <a:xfrm>
            <a:off x="640080" y="2788920"/>
            <a:ext cx="2468880" cy="777240"/>
          </a:xfrm>
          <a:prstGeom prst="rect">
            <a:avLst/>
          </a:prstGeom>
          <a:solidFill>
            <a:srgbClr val="0C1522"/>
          </a:solidFill>
          <a:ln w="12700">
            <a:solidFill>
              <a:srgbClr val="1E3346"/>
            </a:solidFill>
            <a:prstDash val="solid"/>
          </a:ln>
        </p:spPr>
        <p:txBody>
          <a:bodyPr/>
          <a:lstStyle/>
          <a:p>
            <a:endParaRPr lang="en-US"/>
          </a:p>
        </p:txBody>
      </p:sp>
      <p:sp>
        <p:nvSpPr>
          <p:cNvPr id="13" name="Text 11"/>
          <p:cNvSpPr/>
          <p:nvPr/>
        </p:nvSpPr>
        <p:spPr>
          <a:xfrm>
            <a:off x="777240" y="278892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Currents</a:t>
            </a:r>
            <a:endParaRPr lang="en-US" sz="1200" dirty="0"/>
          </a:p>
        </p:txBody>
      </p:sp>
      <p:sp>
        <p:nvSpPr>
          <p:cNvPr id="14" name="Event panel">
            <a:extLst>
              <a:ext uri="{C183D7F6-B498-43B3-948B-1728B52AA6E4}">
                <adec:decorative xmlns:adec="http://schemas.microsoft.com/office/drawing/2017/decorative" val="1"/>
              </a:ext>
            </a:extLst>
          </p:cNvPr>
          <p:cNvSpPr/>
          <p:nvPr/>
        </p:nvSpPr>
        <p:spPr>
          <a:xfrm>
            <a:off x="3337560" y="2788920"/>
            <a:ext cx="2468880" cy="777240"/>
          </a:xfrm>
          <a:prstGeom prst="rect">
            <a:avLst/>
          </a:prstGeom>
          <a:solidFill>
            <a:srgbClr val="0C1522"/>
          </a:solidFill>
          <a:ln w="12700">
            <a:solidFill>
              <a:srgbClr val="1E3346"/>
            </a:solidFill>
            <a:prstDash val="solid"/>
          </a:ln>
        </p:spPr>
        <p:txBody>
          <a:bodyPr/>
          <a:lstStyle/>
          <a:p>
            <a:endParaRPr lang="en-US"/>
          </a:p>
        </p:txBody>
      </p:sp>
      <p:sp>
        <p:nvSpPr>
          <p:cNvPr id="15" name="Text 13"/>
          <p:cNvSpPr/>
          <p:nvPr/>
        </p:nvSpPr>
        <p:spPr>
          <a:xfrm>
            <a:off x="3474720" y="278892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Sediment clouds</a:t>
            </a:r>
            <a:endParaRPr lang="en-US" sz="1200" dirty="0"/>
          </a:p>
        </p:txBody>
      </p:sp>
      <p:sp>
        <p:nvSpPr>
          <p:cNvPr id="16" name="Event panel">
            <a:extLst>
              <a:ext uri="{C183D7F6-B498-43B3-948B-1728B52AA6E4}">
                <adec:decorative xmlns:adec="http://schemas.microsoft.com/office/drawing/2017/decorative" val="1"/>
              </a:ext>
            </a:extLst>
          </p:cNvPr>
          <p:cNvSpPr/>
          <p:nvPr/>
        </p:nvSpPr>
        <p:spPr>
          <a:xfrm>
            <a:off x="6035040" y="2788920"/>
            <a:ext cx="2468880" cy="777240"/>
          </a:xfrm>
          <a:prstGeom prst="rect">
            <a:avLst/>
          </a:prstGeom>
          <a:solidFill>
            <a:srgbClr val="0C1522"/>
          </a:solidFill>
          <a:ln w="12700">
            <a:solidFill>
              <a:srgbClr val="1E3346"/>
            </a:solidFill>
            <a:prstDash val="solid"/>
          </a:ln>
        </p:spPr>
        <p:txBody>
          <a:bodyPr/>
          <a:lstStyle/>
          <a:p>
            <a:endParaRPr lang="en-US"/>
          </a:p>
        </p:txBody>
      </p:sp>
      <p:sp>
        <p:nvSpPr>
          <p:cNvPr id="17" name="Text 15"/>
          <p:cNvSpPr/>
          <p:nvPr/>
        </p:nvSpPr>
        <p:spPr>
          <a:xfrm>
            <a:off x="6172200" y="278892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Passing organisms</a:t>
            </a:r>
            <a:endParaRPr lang="en-US" sz="1200" dirty="0"/>
          </a:p>
        </p:txBody>
      </p:sp>
      <p:sp>
        <p:nvSpPr>
          <p:cNvPr id="18" name="Event panel">
            <a:extLst>
              <a:ext uri="{C183D7F6-B498-43B3-948B-1728B52AA6E4}">
                <adec:decorative xmlns:adec="http://schemas.microsoft.com/office/drawing/2017/decorative" val="1"/>
              </a:ext>
            </a:extLst>
          </p:cNvPr>
          <p:cNvSpPr/>
          <p:nvPr/>
        </p:nvSpPr>
        <p:spPr>
          <a:xfrm>
            <a:off x="640080" y="3749040"/>
            <a:ext cx="2468880" cy="777240"/>
          </a:xfrm>
          <a:prstGeom prst="rect">
            <a:avLst/>
          </a:prstGeom>
          <a:solidFill>
            <a:srgbClr val="0C1522"/>
          </a:solidFill>
          <a:ln w="12700">
            <a:solidFill>
              <a:srgbClr val="1E3346"/>
            </a:solidFill>
            <a:prstDash val="solid"/>
          </a:ln>
        </p:spPr>
        <p:txBody>
          <a:bodyPr/>
          <a:lstStyle/>
          <a:p>
            <a:endParaRPr lang="en-US"/>
          </a:p>
        </p:txBody>
      </p:sp>
      <p:sp>
        <p:nvSpPr>
          <p:cNvPr id="19" name="Text 17"/>
          <p:cNvSpPr/>
          <p:nvPr/>
        </p:nvSpPr>
        <p:spPr>
          <a:xfrm>
            <a:off x="777240" y="374904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Submersible light</a:t>
            </a:r>
            <a:endParaRPr lang="en-US" sz="1200" dirty="0"/>
          </a:p>
        </p:txBody>
      </p:sp>
      <p:sp>
        <p:nvSpPr>
          <p:cNvPr id="20" name="Event panel">
            <a:extLst>
              <a:ext uri="{C183D7F6-B498-43B3-948B-1728B52AA6E4}">
                <adec:decorative xmlns:adec="http://schemas.microsoft.com/office/drawing/2017/decorative" val="1"/>
              </a:ext>
            </a:extLst>
          </p:cNvPr>
          <p:cNvSpPr/>
          <p:nvPr/>
        </p:nvSpPr>
        <p:spPr>
          <a:xfrm>
            <a:off x="3337560" y="3749040"/>
            <a:ext cx="2468880" cy="777240"/>
          </a:xfrm>
          <a:prstGeom prst="rect">
            <a:avLst/>
          </a:prstGeom>
          <a:solidFill>
            <a:srgbClr val="0C1522"/>
          </a:solidFill>
          <a:ln w="12700">
            <a:solidFill>
              <a:srgbClr val="1E3346"/>
            </a:solidFill>
            <a:prstDash val="solid"/>
          </a:ln>
        </p:spPr>
        <p:txBody>
          <a:bodyPr/>
          <a:lstStyle/>
          <a:p>
            <a:endParaRPr lang="en-US"/>
          </a:p>
        </p:txBody>
      </p:sp>
      <p:sp>
        <p:nvSpPr>
          <p:cNvPr id="21" name="Text 19"/>
          <p:cNvSpPr/>
          <p:nvPr/>
        </p:nvSpPr>
        <p:spPr>
          <a:xfrm>
            <a:off x="3474720" y="374904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Shell surfaces</a:t>
            </a:r>
            <a:endParaRPr lang="en-US" sz="1200" dirty="0"/>
          </a:p>
        </p:txBody>
      </p:sp>
      <p:sp>
        <p:nvSpPr>
          <p:cNvPr id="22" name="Event panel">
            <a:extLst>
              <a:ext uri="{C183D7F6-B498-43B3-948B-1728B52AA6E4}">
                <adec:decorative xmlns:adec="http://schemas.microsoft.com/office/drawing/2017/decorative" val="1"/>
              </a:ext>
            </a:extLst>
          </p:cNvPr>
          <p:cNvSpPr/>
          <p:nvPr/>
        </p:nvSpPr>
        <p:spPr>
          <a:xfrm>
            <a:off x="6035040" y="3749040"/>
            <a:ext cx="2468880" cy="777240"/>
          </a:xfrm>
          <a:prstGeom prst="rect">
            <a:avLst/>
          </a:prstGeom>
          <a:solidFill>
            <a:srgbClr val="0C1522"/>
          </a:solidFill>
          <a:ln w="12700">
            <a:solidFill>
              <a:srgbClr val="1E3346"/>
            </a:solidFill>
            <a:prstDash val="solid"/>
          </a:ln>
        </p:spPr>
        <p:txBody>
          <a:bodyPr/>
          <a:lstStyle/>
          <a:p>
            <a:endParaRPr lang="en-US"/>
          </a:p>
        </p:txBody>
      </p:sp>
      <p:sp>
        <p:nvSpPr>
          <p:cNvPr id="23" name="Text 21"/>
          <p:cNvSpPr/>
          <p:nvPr/>
        </p:nvSpPr>
        <p:spPr>
          <a:xfrm>
            <a:off x="6172200" y="3749040"/>
            <a:ext cx="2194560" cy="777240"/>
          </a:xfrm>
          <a:prstGeom prst="rect">
            <a:avLst/>
          </a:prstGeom>
          <a:noFill/>
          <a:ln/>
        </p:spPr>
        <p:txBody>
          <a:bodyPr wrap="square" lIns="0" tIns="0" rIns="0" bIns="0" rtlCol="0" anchor="ctr"/>
          <a:lstStyle/>
          <a:p>
            <a:pPr marL="0" indent="0">
              <a:buNone/>
            </a:pPr>
            <a:r>
              <a:rPr lang="en-US" sz="1200" b="1" dirty="0">
                <a:solidFill>
                  <a:srgbClr val="EAF6FA"/>
                </a:solidFill>
                <a:latin typeface="Segoe UI" pitchFamily="34" charset="0"/>
                <a:ea typeface="Segoe UI" pitchFamily="34" charset="-122"/>
                <a:cs typeface="Segoe UI" pitchFamily="34" charset="-120"/>
              </a:rPr>
              <a:t>Reflective tools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ttice line">
            <a:extLst>
              <a:ext uri="{C183D7F6-B498-43B3-948B-1728B52AA6E4}">
                <adec:decorative xmlns:adec="http://schemas.microsoft.com/office/drawing/2017/decorative" val="1"/>
              </a:ext>
            </a:extLst>
          </p:cNvPr>
          <p:cNvSpPr/>
          <p:nvPr/>
        </p:nvSpPr>
        <p:spPr>
          <a:xfrm>
            <a:off x="0" y="137160"/>
            <a:ext cx="9144000" cy="0"/>
          </a:xfrm>
          <a:prstGeom prst="line">
            <a:avLst/>
          </a:prstGeom>
          <a:noFill/>
          <a:ln w="9525">
            <a:solidFill>
              <a:srgbClr val="5FE3F0">
                <a:alpha val="12000"/>
              </a:srgbClr>
            </a:solidFill>
            <a:prstDash val="solid"/>
          </a:ln>
        </p:spPr>
        <p:txBody>
          <a:bodyPr/>
          <a:lstStyle/>
          <a:p>
            <a:endParaRPr lang="en-US"/>
          </a:p>
        </p:txBody>
      </p:sp>
      <p:sp>
        <p:nvSpPr>
          <p:cNvPr id="3" name="Lattice line">
            <a:extLst>
              <a:ext uri="{C183D7F6-B498-43B3-948B-1728B52AA6E4}">
                <adec:decorative xmlns:adec="http://schemas.microsoft.com/office/drawing/2017/decorative" val="1"/>
              </a:ext>
            </a:extLst>
          </p:cNvPr>
          <p:cNvSpPr/>
          <p:nvPr/>
        </p:nvSpPr>
        <p:spPr>
          <a:xfrm>
            <a:off x="0" y="914400"/>
            <a:ext cx="9144000" cy="0"/>
          </a:xfrm>
          <a:prstGeom prst="line">
            <a:avLst/>
          </a:prstGeom>
          <a:noFill/>
          <a:ln w="9525">
            <a:solidFill>
              <a:srgbClr val="5FE3F0">
                <a:alpha val="12000"/>
              </a:srgbClr>
            </a:solidFill>
            <a:prstDash val="solid"/>
          </a:ln>
        </p:spPr>
        <p:txBody>
          <a:bodyPr/>
          <a:lstStyle/>
          <a:p>
            <a:endParaRPr lang="en-US"/>
          </a:p>
        </p:txBody>
      </p:sp>
      <p:sp>
        <p:nvSpPr>
          <p:cNvPr id="4" name="Lattice line">
            <a:extLst>
              <a:ext uri="{C183D7F6-B498-43B3-948B-1728B52AA6E4}">
                <adec:decorative xmlns:adec="http://schemas.microsoft.com/office/drawing/2017/decorative" val="1"/>
              </a:ext>
            </a:extLst>
          </p:cNvPr>
          <p:cNvSpPr/>
          <p:nvPr/>
        </p:nvSpPr>
        <p:spPr>
          <a:xfrm>
            <a:off x="0" y="1691640"/>
            <a:ext cx="9144000" cy="0"/>
          </a:xfrm>
          <a:prstGeom prst="line">
            <a:avLst/>
          </a:prstGeom>
          <a:noFill/>
          <a:ln w="9525">
            <a:solidFill>
              <a:srgbClr val="5FE3F0">
                <a:alpha val="12000"/>
              </a:srgbClr>
            </a:solidFill>
            <a:prstDash val="solid"/>
          </a:ln>
        </p:spPr>
        <p:txBody>
          <a:bodyPr/>
          <a:lstStyle/>
          <a:p>
            <a:endParaRPr lang="en-US"/>
          </a:p>
        </p:txBody>
      </p:sp>
      <p:sp>
        <p:nvSpPr>
          <p:cNvPr id="5" name="Lattice line">
            <a:extLst>
              <a:ext uri="{C183D7F6-B498-43B3-948B-1728B52AA6E4}">
                <adec:decorative xmlns:adec="http://schemas.microsoft.com/office/drawing/2017/decorative" val="1"/>
              </a:ext>
            </a:extLst>
          </p:cNvPr>
          <p:cNvSpPr/>
          <p:nvPr/>
        </p:nvSpPr>
        <p:spPr>
          <a:xfrm>
            <a:off x="0" y="2468880"/>
            <a:ext cx="9144000" cy="0"/>
          </a:xfrm>
          <a:prstGeom prst="line">
            <a:avLst/>
          </a:prstGeom>
          <a:noFill/>
          <a:ln w="9525">
            <a:solidFill>
              <a:srgbClr val="5FE3F0">
                <a:alpha val="12000"/>
              </a:srgbClr>
            </a:solidFill>
            <a:prstDash val="solid"/>
          </a:ln>
        </p:spPr>
        <p:txBody>
          <a:bodyPr/>
          <a:lstStyle/>
          <a:p>
            <a:endParaRPr lang="en-US"/>
          </a:p>
        </p:txBody>
      </p:sp>
      <p:sp>
        <p:nvSpPr>
          <p:cNvPr id="6" name="Lattice line">
            <a:extLst>
              <a:ext uri="{C183D7F6-B498-43B3-948B-1728B52AA6E4}">
                <adec:decorative xmlns:adec="http://schemas.microsoft.com/office/drawing/2017/decorative" val="1"/>
              </a:ext>
            </a:extLst>
          </p:cNvPr>
          <p:cNvSpPr/>
          <p:nvPr/>
        </p:nvSpPr>
        <p:spPr>
          <a:xfrm>
            <a:off x="0" y="3246120"/>
            <a:ext cx="9144000" cy="0"/>
          </a:xfrm>
          <a:prstGeom prst="line">
            <a:avLst/>
          </a:prstGeom>
          <a:noFill/>
          <a:ln w="9525">
            <a:solidFill>
              <a:srgbClr val="5FE3F0">
                <a:alpha val="12000"/>
              </a:srgbClr>
            </a:solidFill>
            <a:prstDash val="solid"/>
          </a:ln>
        </p:spPr>
        <p:txBody>
          <a:bodyPr/>
          <a:lstStyle/>
          <a:p>
            <a:endParaRPr lang="en-US"/>
          </a:p>
        </p:txBody>
      </p:sp>
      <p:sp>
        <p:nvSpPr>
          <p:cNvPr id="7" name="Lattice line">
            <a:extLst>
              <a:ext uri="{C183D7F6-B498-43B3-948B-1728B52AA6E4}">
                <adec:decorative xmlns:adec="http://schemas.microsoft.com/office/drawing/2017/decorative" val="1"/>
              </a:ext>
            </a:extLst>
          </p:cNvPr>
          <p:cNvSpPr/>
          <p:nvPr/>
        </p:nvSpPr>
        <p:spPr>
          <a:xfrm>
            <a:off x="0" y="4023360"/>
            <a:ext cx="9144000" cy="0"/>
          </a:xfrm>
          <a:prstGeom prst="line">
            <a:avLst/>
          </a:prstGeom>
          <a:noFill/>
          <a:ln w="9525">
            <a:solidFill>
              <a:srgbClr val="5FE3F0">
                <a:alpha val="12000"/>
              </a:srgbClr>
            </a:solidFill>
            <a:prstDash val="solid"/>
          </a:ln>
        </p:spPr>
        <p:txBody>
          <a:bodyPr/>
          <a:lstStyle/>
          <a:p>
            <a:endParaRPr lang="en-US"/>
          </a:p>
        </p:txBody>
      </p:sp>
      <p:sp>
        <p:nvSpPr>
          <p:cNvPr id="8" name="Lattice line">
            <a:extLst>
              <a:ext uri="{C183D7F6-B498-43B3-948B-1728B52AA6E4}">
                <adec:decorative xmlns:adec="http://schemas.microsoft.com/office/drawing/2017/decorative" val="1"/>
              </a:ext>
            </a:extLst>
          </p:cNvPr>
          <p:cNvSpPr/>
          <p:nvPr/>
        </p:nvSpPr>
        <p:spPr>
          <a:xfrm>
            <a:off x="0" y="4800600"/>
            <a:ext cx="9144000" cy="0"/>
          </a:xfrm>
          <a:prstGeom prst="line">
            <a:avLst/>
          </a:prstGeom>
          <a:noFill/>
          <a:ln w="9525">
            <a:solidFill>
              <a:srgbClr val="5FE3F0">
                <a:alpha val="12000"/>
              </a:srgbClr>
            </a:solidFill>
            <a:prstDash val="solid"/>
          </a:ln>
        </p:spPr>
        <p:txBody>
          <a:bodyPr/>
          <a:lstStyle/>
          <a:p>
            <a:endParaRPr lang="en-US"/>
          </a:p>
        </p:txBody>
      </p:sp>
      <p:sp>
        <p:nvSpPr>
          <p:cNvPr id="9" name="Text 0"/>
          <p:cNvSpPr>
            <a:spLocks noGrp="1"/>
          </p:cNvSpPr>
          <p:nvPr>
            <p:ph type="title" idx="100" hasCustomPrompt="1"/>
          </p:nvPr>
        </p:nvSpPr>
        <p:spPr>
          <a:xfrm>
            <a:off x="640080" y="457200"/>
            <a:ext cx="7863840" cy="685800"/>
          </a:xfrm>
          <a:prstGeom prst="rect">
            <a:avLst/>
          </a:prstGeom>
          <a:noFill/>
          <a:ln/>
        </p:spPr>
        <p:txBody>
          <a:bodyPr wrap="square" lIns="0" tIns="0" rIns="0" bIns="0" rtlCol="0" anchor="ctr"/>
          <a:lstStyle/>
          <a:p>
            <a:pPr marL="0" indent="0">
              <a:buNone/>
            </a:pPr>
            <a:r>
              <a:rPr lang="en-US" sz="2800" b="1">
                <a:solidFill>
                  <a:srgbClr val="EAF6FA"/>
                </a:solidFill>
                <a:latin typeface="Segoe UI" pitchFamily="34" charset="0"/>
                <a:ea typeface="Segoe UI" pitchFamily="34" charset="-122"/>
                <a:cs typeface="Segoe UI" pitchFamily="34" charset="-120"/>
              </a:rPr>
              <a:t>Hypothetical Caretaker Hierarchy</a:t>
            </a:r>
            <a:endParaRPr lang="en-US" sz="2800" dirty="0"/>
          </a:p>
        </p:txBody>
      </p:sp>
      <p:sp>
        <p:nvSpPr>
          <p:cNvPr id="10" name="Accent rule">
            <a:extLst>
              <a:ext uri="{C183D7F6-B498-43B3-948B-1728B52AA6E4}">
                <adec:decorative xmlns:adec="http://schemas.microsoft.com/office/drawing/2017/decorative" val="1"/>
              </a:ext>
            </a:extLst>
          </p:cNvPr>
          <p:cNvSpPr/>
          <p:nvPr/>
        </p:nvSpPr>
        <p:spPr>
          <a:xfrm>
            <a:off x="640080" y="1207008"/>
            <a:ext cx="1005840" cy="41148"/>
          </a:xfrm>
          <a:prstGeom prst="rect">
            <a:avLst/>
          </a:prstGeom>
          <a:solidFill>
            <a:srgbClr val="5FE3F0"/>
          </a:solidFill>
          <a:ln w="12700">
            <a:solidFill>
              <a:srgbClr val="333333"/>
            </a:solidFill>
            <a:prstDash val="solid"/>
          </a:ln>
        </p:spPr>
        <p:txBody>
          <a:bodyPr/>
          <a:lstStyle/>
          <a:p>
            <a:endParaRPr lang="en-US"/>
          </a:p>
        </p:txBody>
      </p:sp>
      <p:sp>
        <p:nvSpPr>
          <p:cNvPr id="11" name="Text 9"/>
          <p:cNvSpPr/>
          <p:nvPr/>
        </p:nvSpPr>
        <p:spPr>
          <a:xfrm>
            <a:off x="640080" y="1508760"/>
            <a:ext cx="7863840" cy="777240"/>
          </a:xfrm>
          <a:prstGeom prst="rect">
            <a:avLst/>
          </a:prstGeom>
          <a:noFill/>
          <a:ln/>
        </p:spPr>
        <p:txBody>
          <a:bodyPr wrap="square" rtlCol="0" anchor="ctr"/>
          <a:lstStyle/>
          <a:p>
            <a:pPr marL="0" indent="0">
              <a:lnSpc>
                <a:spcPts val="2200"/>
              </a:lnSpc>
              <a:buNone/>
            </a:pPr>
            <a:r>
              <a:rPr lang="en-US" sz="1500">
                <a:solidFill>
                  <a:srgbClr val="8FA6B4"/>
                </a:solidFill>
                <a:latin typeface="Segoe UI" pitchFamily="34" charset="0"/>
                <a:ea typeface="Segoe UI" pitchFamily="34" charset="-122"/>
                <a:cs typeface="Segoe UI" pitchFamily="34" charset="-120"/>
              </a:rPr>
              <a:t>If an organizing hierarchy were imagined within </a:t>
            </a:r>
            <a:r>
              <a:rPr lang="en-US" sz="1500" dirty="0">
                <a:solidFill>
                  <a:srgbClr val="8FA6B4"/>
                </a:solidFill>
                <a:latin typeface="Segoe UI" pitchFamily="34" charset="0"/>
                <a:ea typeface="Segoe UI" pitchFamily="34" charset="-122"/>
                <a:cs typeface="Segoe UI" pitchFamily="34" charset="-120"/>
              </a:rPr>
              <a:t>the </a:t>
            </a:r>
            <a:r>
              <a:rPr lang="en-US" sz="1500">
                <a:solidFill>
                  <a:srgbClr val="8FA6B4"/>
                </a:solidFill>
                <a:latin typeface="Segoe UI" pitchFamily="34" charset="0"/>
                <a:ea typeface="Segoe UI" pitchFamily="34" charset="-122"/>
                <a:cs typeface="Segoe UI" pitchFamily="34" charset="-120"/>
              </a:rPr>
              <a:t>WakeForms framework</a:t>
            </a:r>
            <a:r>
              <a:rPr lang="en-US" sz="1500" dirty="0">
                <a:solidFill>
                  <a:srgbClr val="8FA6B4"/>
                </a:solidFill>
                <a:latin typeface="Segoe UI" pitchFamily="34" charset="0"/>
                <a:ea typeface="Segoe UI" pitchFamily="34" charset="-122"/>
                <a:cs typeface="Segoe UI" pitchFamily="34" charset="-120"/>
              </a:rPr>
              <a:t>, </a:t>
            </a:r>
            <a:r>
              <a:rPr lang="en-US" sz="1500">
                <a:solidFill>
                  <a:srgbClr val="8FA6B4"/>
                </a:solidFill>
                <a:latin typeface="Segoe UI" pitchFamily="34" charset="0"/>
                <a:ea typeface="Segoe UI" pitchFamily="34" charset="-122"/>
                <a:cs typeface="Segoe UI" pitchFamily="34" charset="-120"/>
              </a:rPr>
              <a:t>these entities could be interpreted as hypothetical caretakers — each associated with a different relationship to the visible field</a:t>
            </a:r>
            <a:r>
              <a:rPr lang="en-US" sz="1500" dirty="0">
                <a:solidFill>
                  <a:srgbClr val="8FA6B4"/>
                </a:solidFill>
                <a:latin typeface="Segoe UI" pitchFamily="34" charset="0"/>
                <a:ea typeface="Segoe UI" pitchFamily="34" charset="-122"/>
                <a:cs typeface="Segoe UI" pitchFamily="34" charset="-120"/>
              </a:rPr>
              <a:t>.</a:t>
            </a:r>
            <a:r>
              <a:rPr lang="en-US" sz="1500">
                <a:solidFill>
                  <a:srgbClr val="8FA6B4"/>
                </a:solidFill>
                <a:latin typeface="Segoe UI" pitchFamily="34" charset="0"/>
                <a:ea typeface="Segoe UI" pitchFamily="34" charset="-122"/>
                <a:cs typeface="Segoe UI" pitchFamily="34" charset="-120"/>
              </a:rPr>
              <a:t> What might such caretakers look like?</a:t>
            </a:r>
            <a:endParaRPr lang="en-US" sz="1500" dirty="0"/>
          </a:p>
        </p:txBody>
      </p:sp>
      <p:sp>
        <p:nvSpPr>
          <p:cNvPr id="12" name="Archetype panel">
            <a:extLst>
              <a:ext uri="{C183D7F6-B498-43B3-948B-1728B52AA6E4}">
                <adec:decorative xmlns:adec="http://schemas.microsoft.com/office/drawing/2017/decorative" val="1"/>
              </a:ext>
            </a:extLst>
          </p:cNvPr>
          <p:cNvSpPr/>
          <p:nvPr/>
        </p:nvSpPr>
        <p:spPr>
          <a:xfrm>
            <a:off x="640080" y="2468880"/>
            <a:ext cx="1828800" cy="1965960"/>
          </a:xfrm>
          <a:prstGeom prst="rect">
            <a:avLst/>
          </a:prstGeom>
          <a:solidFill>
            <a:srgbClr val="0C1522"/>
          </a:solidFill>
          <a:ln w="12700">
            <a:solidFill>
              <a:srgbClr val="333333"/>
            </a:solidFill>
            <a:prstDash val="solid"/>
          </a:ln>
        </p:spPr>
        <p:txBody>
          <a:bodyPr/>
          <a:lstStyle/>
          <a:p>
            <a:endParaRPr lang="en-US"/>
          </a:p>
        </p:txBody>
      </p:sp>
      <p:sp>
        <p:nvSpPr>
          <p:cNvPr id="13" name="Panel accent">
            <a:extLst>
              <a:ext uri="{C183D7F6-B498-43B3-948B-1728B52AA6E4}">
                <adec:decorative xmlns:adec="http://schemas.microsoft.com/office/drawing/2017/decorative" val="1"/>
              </a:ext>
            </a:extLst>
          </p:cNvPr>
          <p:cNvSpPr/>
          <p:nvPr/>
        </p:nvSpPr>
        <p:spPr>
          <a:xfrm>
            <a:off x="640080" y="2468880"/>
            <a:ext cx="1828800" cy="54864"/>
          </a:xfrm>
          <a:prstGeom prst="rect">
            <a:avLst/>
          </a:prstGeom>
          <a:solidFill>
            <a:srgbClr val="5FE3F0"/>
          </a:solidFill>
          <a:ln w="12700">
            <a:solidFill>
              <a:srgbClr val="333333"/>
            </a:solidFill>
            <a:prstDash val="solid"/>
          </a:ln>
        </p:spPr>
        <p:txBody>
          <a:bodyPr/>
          <a:lstStyle/>
          <a:p>
            <a:endParaRPr lang="en-US"/>
          </a:p>
        </p:txBody>
      </p:sp>
      <p:sp>
        <p:nvSpPr>
          <p:cNvPr id="14" name="Text 12"/>
          <p:cNvSpPr/>
          <p:nvPr/>
        </p:nvSpPr>
        <p:spPr>
          <a:xfrm>
            <a:off x="804672" y="2651760"/>
            <a:ext cx="1536192" cy="320040"/>
          </a:xfrm>
          <a:prstGeom prst="rect">
            <a:avLst/>
          </a:prstGeom>
          <a:noFill/>
          <a:ln/>
        </p:spPr>
        <p:txBody>
          <a:bodyPr wrap="square" lIns="0" tIns="0" rIns="0" bIns="0" rtlCol="0" anchor="t"/>
          <a:lstStyle/>
          <a:p>
            <a:pPr marL="0" indent="0">
              <a:buNone/>
            </a:pPr>
            <a:r>
              <a:rPr lang="en-US" sz="1400" b="1" dirty="0">
                <a:solidFill>
                  <a:srgbClr val="5FE3F0"/>
                </a:solidFill>
                <a:latin typeface="Segoe UI" pitchFamily="34" charset="0"/>
                <a:ea typeface="Segoe UI" pitchFamily="34" charset="-122"/>
                <a:cs typeface="Segoe UI" pitchFamily="34" charset="-120"/>
              </a:rPr>
              <a:t>Warner</a:t>
            </a:r>
            <a:endParaRPr lang="en-US" sz="1400" dirty="0"/>
          </a:p>
        </p:txBody>
      </p:sp>
      <p:sp>
        <p:nvSpPr>
          <p:cNvPr id="15" name="Text 13"/>
          <p:cNvSpPr/>
          <p:nvPr/>
        </p:nvSpPr>
        <p:spPr>
          <a:xfrm>
            <a:off x="804672" y="3035808"/>
            <a:ext cx="1536192" cy="1234440"/>
          </a:xfrm>
          <a:prstGeom prst="rect">
            <a:avLst/>
          </a:prstGeom>
          <a:noFill/>
          <a:ln/>
        </p:spPr>
        <p:txBody>
          <a:bodyPr wrap="square" lIns="0" tIns="0" rIns="0" bIns="0" rtlCol="0" anchor="t"/>
          <a:lstStyle/>
          <a:p>
            <a:pPr marL="0" indent="0">
              <a:lnSpc>
                <a:spcPts val="1500"/>
              </a:lnSpc>
              <a:buNone/>
            </a:pPr>
            <a:r>
              <a:rPr lang="en-US" sz="1100">
                <a:solidFill>
                  <a:srgbClr val="8FA6B4"/>
                </a:solidFill>
                <a:latin typeface="Segoe UI" pitchFamily="34" charset="0"/>
                <a:ea typeface="Segoe UI" pitchFamily="34" charset="-122"/>
                <a:cs typeface="Segoe UI" pitchFamily="34" charset="-120"/>
              </a:rPr>
              <a:t>Associated with stabilizing</a:t>
            </a:r>
            <a:r>
              <a:rPr lang="en-US" sz="1100" dirty="0">
                <a:solidFill>
                  <a:srgbClr val="8FA6B4"/>
                </a:solidFill>
                <a:latin typeface="Segoe UI" pitchFamily="34" charset="0"/>
                <a:ea typeface="Segoe UI" pitchFamily="34" charset="-122"/>
                <a:cs typeface="Segoe UI" pitchFamily="34" charset="-120"/>
              </a:rPr>
              <a:t>; even, continuous lines.</a:t>
            </a:r>
            <a:endParaRPr lang="en-US" sz="1100" dirty="0"/>
          </a:p>
        </p:txBody>
      </p:sp>
      <p:sp>
        <p:nvSpPr>
          <p:cNvPr id="16" name="Archetype panel">
            <a:extLst>
              <a:ext uri="{C183D7F6-B498-43B3-948B-1728B52AA6E4}">
                <adec:decorative xmlns:adec="http://schemas.microsoft.com/office/drawing/2017/decorative" val="1"/>
              </a:ext>
            </a:extLst>
          </p:cNvPr>
          <p:cNvSpPr/>
          <p:nvPr/>
        </p:nvSpPr>
        <p:spPr>
          <a:xfrm>
            <a:off x="2651760" y="2468880"/>
            <a:ext cx="1828800" cy="1965960"/>
          </a:xfrm>
          <a:prstGeom prst="rect">
            <a:avLst/>
          </a:prstGeom>
          <a:solidFill>
            <a:srgbClr val="0C1522"/>
          </a:solidFill>
          <a:ln w="12700">
            <a:solidFill>
              <a:srgbClr val="333333"/>
            </a:solidFill>
            <a:prstDash val="solid"/>
          </a:ln>
        </p:spPr>
        <p:txBody>
          <a:bodyPr/>
          <a:lstStyle/>
          <a:p>
            <a:endParaRPr lang="en-US"/>
          </a:p>
        </p:txBody>
      </p:sp>
      <p:sp>
        <p:nvSpPr>
          <p:cNvPr id="17" name="Panel accent">
            <a:extLst>
              <a:ext uri="{C183D7F6-B498-43B3-948B-1728B52AA6E4}">
                <adec:decorative xmlns:adec="http://schemas.microsoft.com/office/drawing/2017/decorative" val="1"/>
              </a:ext>
            </a:extLst>
          </p:cNvPr>
          <p:cNvSpPr/>
          <p:nvPr/>
        </p:nvSpPr>
        <p:spPr>
          <a:xfrm>
            <a:off x="2651760" y="2468880"/>
            <a:ext cx="1828800" cy="54864"/>
          </a:xfrm>
          <a:prstGeom prst="rect">
            <a:avLst/>
          </a:prstGeom>
          <a:solidFill>
            <a:srgbClr val="5FE3F0"/>
          </a:solidFill>
          <a:ln w="12700">
            <a:solidFill>
              <a:srgbClr val="333333"/>
            </a:solidFill>
            <a:prstDash val="solid"/>
          </a:ln>
        </p:spPr>
        <p:txBody>
          <a:bodyPr/>
          <a:lstStyle/>
          <a:p>
            <a:endParaRPr lang="en-US"/>
          </a:p>
        </p:txBody>
      </p:sp>
      <p:sp>
        <p:nvSpPr>
          <p:cNvPr id="18" name="Text 16"/>
          <p:cNvSpPr/>
          <p:nvPr/>
        </p:nvSpPr>
        <p:spPr>
          <a:xfrm>
            <a:off x="2816352" y="2651760"/>
            <a:ext cx="1536192" cy="320040"/>
          </a:xfrm>
          <a:prstGeom prst="rect">
            <a:avLst/>
          </a:prstGeom>
          <a:noFill/>
          <a:ln/>
        </p:spPr>
        <p:txBody>
          <a:bodyPr wrap="square" lIns="0" tIns="0" rIns="0" bIns="0" rtlCol="0" anchor="t"/>
          <a:lstStyle/>
          <a:p>
            <a:pPr marL="0" indent="0">
              <a:buNone/>
            </a:pPr>
            <a:r>
              <a:rPr lang="en-US" sz="1400" b="1" dirty="0">
                <a:solidFill>
                  <a:srgbClr val="5FE3F0"/>
                </a:solidFill>
                <a:latin typeface="Segoe UI" pitchFamily="34" charset="0"/>
                <a:ea typeface="Segoe UI" pitchFamily="34" charset="-122"/>
                <a:cs typeface="Segoe UI" pitchFamily="34" charset="-120"/>
              </a:rPr>
              <a:t>Combs</a:t>
            </a:r>
            <a:endParaRPr lang="en-US" sz="1400" dirty="0"/>
          </a:p>
        </p:txBody>
      </p:sp>
      <p:sp>
        <p:nvSpPr>
          <p:cNvPr id="19" name="Text 17"/>
          <p:cNvSpPr/>
          <p:nvPr/>
        </p:nvSpPr>
        <p:spPr>
          <a:xfrm>
            <a:off x="2816352" y="3035808"/>
            <a:ext cx="1536192" cy="1234440"/>
          </a:xfrm>
          <a:prstGeom prst="rect">
            <a:avLst/>
          </a:prstGeom>
          <a:noFill/>
          <a:ln/>
        </p:spPr>
        <p:txBody>
          <a:bodyPr wrap="square" lIns="0" tIns="0" rIns="0" bIns="0" rtlCol="0" anchor="t"/>
          <a:lstStyle/>
          <a:p>
            <a:pPr marL="0" indent="0">
              <a:lnSpc>
                <a:spcPts val="1500"/>
              </a:lnSpc>
              <a:buNone/>
            </a:pPr>
            <a:r>
              <a:rPr lang="en-US" sz="1100">
                <a:solidFill>
                  <a:srgbClr val="8FA6B4"/>
                </a:solidFill>
                <a:latin typeface="Segoe UI" pitchFamily="34" charset="0"/>
                <a:ea typeface="Segoe UI" pitchFamily="34" charset="-122"/>
                <a:cs typeface="Segoe UI" pitchFamily="34" charset="-120"/>
              </a:rPr>
              <a:t>Associated with disruption</a:t>
            </a:r>
            <a:r>
              <a:rPr lang="en-US" sz="1100" dirty="0">
                <a:solidFill>
                  <a:srgbClr val="8FA6B4"/>
                </a:solidFill>
                <a:latin typeface="Segoe UI" pitchFamily="34" charset="0"/>
                <a:ea typeface="Segoe UI" pitchFamily="34" charset="-122"/>
                <a:cs typeface="Segoe UI" pitchFamily="34" charset="-120"/>
              </a:rPr>
              <a:t>; angular gaps and brightness spikes.</a:t>
            </a:r>
            <a:endParaRPr lang="en-US" sz="1100" dirty="0"/>
          </a:p>
        </p:txBody>
      </p:sp>
      <p:sp>
        <p:nvSpPr>
          <p:cNvPr id="20" name="Archetype panel">
            <a:extLst>
              <a:ext uri="{C183D7F6-B498-43B3-948B-1728B52AA6E4}">
                <adec:decorative xmlns:adec="http://schemas.microsoft.com/office/drawing/2017/decorative" val="1"/>
              </a:ext>
            </a:extLst>
          </p:cNvPr>
          <p:cNvSpPr/>
          <p:nvPr/>
        </p:nvSpPr>
        <p:spPr>
          <a:xfrm>
            <a:off x="4663440" y="2468880"/>
            <a:ext cx="1828800" cy="1965960"/>
          </a:xfrm>
          <a:prstGeom prst="rect">
            <a:avLst/>
          </a:prstGeom>
          <a:solidFill>
            <a:srgbClr val="0C1522"/>
          </a:solidFill>
          <a:ln w="12700">
            <a:solidFill>
              <a:srgbClr val="333333"/>
            </a:solidFill>
            <a:prstDash val="solid"/>
          </a:ln>
        </p:spPr>
        <p:txBody>
          <a:bodyPr/>
          <a:lstStyle/>
          <a:p>
            <a:endParaRPr lang="en-US"/>
          </a:p>
        </p:txBody>
      </p:sp>
      <p:sp>
        <p:nvSpPr>
          <p:cNvPr id="21" name="Panel accent">
            <a:extLst>
              <a:ext uri="{C183D7F6-B498-43B3-948B-1728B52AA6E4}">
                <adec:decorative xmlns:adec="http://schemas.microsoft.com/office/drawing/2017/decorative" val="1"/>
              </a:ext>
            </a:extLst>
          </p:cNvPr>
          <p:cNvSpPr/>
          <p:nvPr/>
        </p:nvSpPr>
        <p:spPr>
          <a:xfrm>
            <a:off x="4663440" y="2468880"/>
            <a:ext cx="1828800" cy="54864"/>
          </a:xfrm>
          <a:prstGeom prst="rect">
            <a:avLst/>
          </a:prstGeom>
          <a:solidFill>
            <a:srgbClr val="5FE3F0"/>
          </a:solidFill>
          <a:ln w="12700">
            <a:solidFill>
              <a:srgbClr val="333333"/>
            </a:solidFill>
            <a:prstDash val="solid"/>
          </a:ln>
        </p:spPr>
        <p:txBody>
          <a:bodyPr/>
          <a:lstStyle/>
          <a:p>
            <a:endParaRPr lang="en-US"/>
          </a:p>
        </p:txBody>
      </p:sp>
      <p:sp>
        <p:nvSpPr>
          <p:cNvPr id="22" name="Text 20"/>
          <p:cNvSpPr/>
          <p:nvPr/>
        </p:nvSpPr>
        <p:spPr>
          <a:xfrm>
            <a:off x="4828032" y="2651760"/>
            <a:ext cx="1536192" cy="320040"/>
          </a:xfrm>
          <a:prstGeom prst="rect">
            <a:avLst/>
          </a:prstGeom>
          <a:noFill/>
          <a:ln/>
        </p:spPr>
        <p:txBody>
          <a:bodyPr wrap="square" lIns="0" tIns="0" rIns="0" bIns="0" rtlCol="0" anchor="t"/>
          <a:lstStyle/>
          <a:p>
            <a:pPr marL="0" indent="0">
              <a:buNone/>
            </a:pPr>
            <a:r>
              <a:rPr lang="en-US" sz="1400" b="1" dirty="0">
                <a:solidFill>
                  <a:srgbClr val="5FE3F0"/>
                </a:solidFill>
                <a:latin typeface="Segoe UI" pitchFamily="34" charset="0"/>
                <a:ea typeface="Segoe UI" pitchFamily="34" charset="-122"/>
                <a:cs typeface="Segoe UI" pitchFamily="34" charset="-120"/>
              </a:rPr>
              <a:t>Zann</a:t>
            </a:r>
            <a:endParaRPr lang="en-US" sz="1400" dirty="0"/>
          </a:p>
        </p:txBody>
      </p:sp>
      <p:sp>
        <p:nvSpPr>
          <p:cNvPr id="23" name="Text 21"/>
          <p:cNvSpPr/>
          <p:nvPr/>
        </p:nvSpPr>
        <p:spPr>
          <a:xfrm>
            <a:off x="4828032" y="3035808"/>
            <a:ext cx="1536192" cy="1234440"/>
          </a:xfrm>
          <a:prstGeom prst="rect">
            <a:avLst/>
          </a:prstGeom>
          <a:noFill/>
          <a:ln/>
        </p:spPr>
        <p:txBody>
          <a:bodyPr wrap="square" lIns="0" tIns="0" rIns="0" bIns="0" rtlCol="0" anchor="t"/>
          <a:lstStyle/>
          <a:p>
            <a:pPr marL="0" indent="0">
              <a:lnSpc>
                <a:spcPts val="1500"/>
              </a:lnSpc>
              <a:buNone/>
            </a:pPr>
            <a:r>
              <a:rPr lang="en-US" sz="1100">
                <a:solidFill>
                  <a:srgbClr val="8FA6B4"/>
                </a:solidFill>
                <a:latin typeface="Segoe UI" pitchFamily="34" charset="0"/>
                <a:ea typeface="Segoe UI" pitchFamily="34" charset="-122"/>
                <a:cs typeface="Segoe UI" pitchFamily="34" charset="-120"/>
              </a:rPr>
              <a:t>Associated with balancing</a:t>
            </a:r>
            <a:r>
              <a:rPr lang="en-US" sz="1100" dirty="0">
                <a:solidFill>
                  <a:srgbClr val="8FA6B4"/>
                </a:solidFill>
                <a:latin typeface="Segoe UI" pitchFamily="34" charset="0"/>
                <a:ea typeface="Segoe UI" pitchFamily="34" charset="-122"/>
                <a:cs typeface="Segoe UI" pitchFamily="34" charset="-120"/>
              </a:rPr>
              <a:t>; breathing</a:t>
            </a:r>
            <a:r>
              <a:rPr lang="en-US" sz="1100">
                <a:solidFill>
                  <a:srgbClr val="8FA6B4"/>
                </a:solidFill>
                <a:latin typeface="Segoe UI" pitchFamily="34" charset="0"/>
                <a:ea typeface="Segoe UI" pitchFamily="34" charset="-122"/>
                <a:cs typeface="Segoe UI" pitchFamily="34" charset="-120"/>
              </a:rPr>
              <a:t>, even</a:t>
            </a:r>
            <a:r>
              <a:rPr lang="en-US" sz="1100" dirty="0">
                <a:solidFill>
                  <a:srgbClr val="8FA6B4"/>
                </a:solidFill>
                <a:latin typeface="Segoe UI" pitchFamily="34" charset="0"/>
                <a:ea typeface="Segoe UI" pitchFamily="34" charset="-122"/>
                <a:cs typeface="Segoe UI" pitchFamily="34" charset="-120"/>
              </a:rPr>
              <a:t> mesh.</a:t>
            </a:r>
            <a:endParaRPr lang="en-US" sz="1100" dirty="0"/>
          </a:p>
        </p:txBody>
      </p:sp>
      <p:sp>
        <p:nvSpPr>
          <p:cNvPr id="24" name="Archetype panel">
            <a:extLst>
              <a:ext uri="{C183D7F6-B498-43B3-948B-1728B52AA6E4}">
                <adec:decorative xmlns:adec="http://schemas.microsoft.com/office/drawing/2017/decorative" val="1"/>
              </a:ext>
            </a:extLst>
          </p:cNvPr>
          <p:cNvSpPr/>
          <p:nvPr/>
        </p:nvSpPr>
        <p:spPr>
          <a:xfrm>
            <a:off x="6675120" y="2468880"/>
            <a:ext cx="1828800" cy="1965960"/>
          </a:xfrm>
          <a:prstGeom prst="rect">
            <a:avLst/>
          </a:prstGeom>
          <a:solidFill>
            <a:srgbClr val="0C1522"/>
          </a:solidFill>
          <a:ln w="12700">
            <a:solidFill>
              <a:srgbClr val="333333"/>
            </a:solidFill>
            <a:prstDash val="solid"/>
          </a:ln>
        </p:spPr>
        <p:txBody>
          <a:bodyPr/>
          <a:lstStyle/>
          <a:p>
            <a:endParaRPr lang="en-US"/>
          </a:p>
        </p:txBody>
      </p:sp>
      <p:sp>
        <p:nvSpPr>
          <p:cNvPr id="25" name="Panel accent">
            <a:extLst>
              <a:ext uri="{C183D7F6-B498-43B3-948B-1728B52AA6E4}">
                <adec:decorative xmlns:adec="http://schemas.microsoft.com/office/drawing/2017/decorative" val="1"/>
              </a:ext>
            </a:extLst>
          </p:cNvPr>
          <p:cNvSpPr/>
          <p:nvPr/>
        </p:nvSpPr>
        <p:spPr>
          <a:xfrm>
            <a:off x="6675120" y="2468880"/>
            <a:ext cx="1828800" cy="54864"/>
          </a:xfrm>
          <a:prstGeom prst="rect">
            <a:avLst/>
          </a:prstGeom>
          <a:solidFill>
            <a:srgbClr val="5FE3F0"/>
          </a:solidFill>
          <a:ln w="12700">
            <a:solidFill>
              <a:srgbClr val="333333"/>
            </a:solidFill>
            <a:prstDash val="solid"/>
          </a:ln>
        </p:spPr>
        <p:txBody>
          <a:bodyPr/>
          <a:lstStyle/>
          <a:p>
            <a:endParaRPr lang="en-US"/>
          </a:p>
        </p:txBody>
      </p:sp>
      <p:sp>
        <p:nvSpPr>
          <p:cNvPr id="26" name="Text 24"/>
          <p:cNvSpPr/>
          <p:nvPr/>
        </p:nvSpPr>
        <p:spPr>
          <a:xfrm>
            <a:off x="6839712" y="2651760"/>
            <a:ext cx="1536192" cy="320040"/>
          </a:xfrm>
          <a:prstGeom prst="rect">
            <a:avLst/>
          </a:prstGeom>
          <a:noFill/>
          <a:ln/>
        </p:spPr>
        <p:txBody>
          <a:bodyPr wrap="square" lIns="0" tIns="0" rIns="0" bIns="0" rtlCol="0" anchor="t"/>
          <a:lstStyle/>
          <a:p>
            <a:pPr marL="0" indent="0">
              <a:buNone/>
            </a:pPr>
            <a:r>
              <a:rPr lang="en-US" sz="1400" b="1" dirty="0">
                <a:solidFill>
                  <a:srgbClr val="5FE3F0"/>
                </a:solidFill>
                <a:latin typeface="Segoe UI" pitchFamily="34" charset="0"/>
                <a:ea typeface="Segoe UI" pitchFamily="34" charset="-122"/>
                <a:cs typeface="Segoe UI" pitchFamily="34" charset="-120"/>
              </a:rPr>
              <a:t>Marduk</a:t>
            </a:r>
            <a:endParaRPr lang="en-US" sz="1400" dirty="0"/>
          </a:p>
        </p:txBody>
      </p:sp>
      <p:sp>
        <p:nvSpPr>
          <p:cNvPr id="27" name="Text 25"/>
          <p:cNvSpPr/>
          <p:nvPr/>
        </p:nvSpPr>
        <p:spPr>
          <a:xfrm>
            <a:off x="6839712" y="3035808"/>
            <a:ext cx="1536192" cy="1234440"/>
          </a:xfrm>
          <a:prstGeom prst="rect">
            <a:avLst/>
          </a:prstGeom>
          <a:noFill/>
          <a:ln/>
        </p:spPr>
        <p:txBody>
          <a:bodyPr wrap="square" lIns="0" tIns="0" rIns="0" bIns="0" rtlCol="0" anchor="t"/>
          <a:lstStyle/>
          <a:p>
            <a:pPr marL="0" indent="0">
              <a:lnSpc>
                <a:spcPts val="1500"/>
              </a:lnSpc>
              <a:buNone/>
            </a:pPr>
            <a:r>
              <a:rPr lang="en-US" sz="1100">
                <a:solidFill>
                  <a:srgbClr val="8FA6B4"/>
                </a:solidFill>
                <a:latin typeface="Segoe UI" pitchFamily="34" charset="0"/>
                <a:ea typeface="Segoe UI" pitchFamily="34" charset="-122"/>
                <a:cs typeface="Segoe UI" pitchFamily="34" charset="-120"/>
              </a:rPr>
              <a:t>Associated with governing</a:t>
            </a:r>
            <a:r>
              <a:rPr lang="en-US" sz="1100" dirty="0">
                <a:solidFill>
                  <a:srgbClr val="8FA6B4"/>
                </a:solidFill>
                <a:latin typeface="Segoe UI" pitchFamily="34" charset="0"/>
                <a:ea typeface="Segoe UI" pitchFamily="34" charset="-122"/>
                <a:cs typeface="Segoe UI" pitchFamily="34" charset="-120"/>
              </a:rPr>
              <a:t>; imposed geometric order.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ellyfish-like resonance body underwater with cyan-white caustic geometry across its bell and the seafloor."/>
          <p:cNvPicPr>
            <a:picLocks noChangeAspect="1"/>
          </p:cNvPicPr>
          <p:nvPr/>
        </p:nvPicPr>
        <p:blipFill>
          <a:blip r:embed="rId3"/>
          <a:srcRect l="20991" r="20991"/>
          <a:stretch/>
        </p:blipFill>
        <p:spPr>
          <a:xfrm>
            <a:off x="0" y="0"/>
            <a:ext cx="4480560" cy="5143500"/>
          </a:xfrm>
          <a:prstGeom prst="rect">
            <a:avLst/>
          </a:prstGeom>
        </p:spPr>
      </p:pic>
      <p:sp>
        <p:nvSpPr>
          <p:cNvPr id="3" name="Text 0"/>
          <p:cNvSpPr>
            <a:spLocks noGrp="1"/>
          </p:cNvSpPr>
          <p:nvPr>
            <p:ph type="title" idx="100" hasCustomPrompt="1"/>
          </p:nvPr>
        </p:nvSpPr>
        <p:spPr>
          <a:xfrm>
            <a:off x="4846320" y="457200"/>
            <a:ext cx="3840480" cy="914400"/>
          </a:xfrm>
          <a:prstGeom prst="rect">
            <a:avLst/>
          </a:prstGeom>
          <a:noFill/>
          <a:ln/>
        </p:spPr>
        <p:txBody>
          <a:bodyPr wrap="square" lIns="0" tIns="0" rIns="0" bIns="0" rtlCol="0" anchor="t"/>
          <a:lstStyle/>
          <a:p>
            <a:pPr marL="0" indent="0">
              <a:buNone/>
            </a:pPr>
            <a:r>
              <a:rPr lang="en-US" sz="2400" b="1" dirty="0">
                <a:solidFill>
                  <a:srgbClr val="EAF6FA"/>
                </a:solidFill>
                <a:latin typeface="Segoe UI" pitchFamily="34" charset="0"/>
                <a:ea typeface="Segoe UI" pitchFamily="34" charset="-122"/>
                <a:cs typeface="Segoe UI" pitchFamily="34" charset="-120"/>
              </a:rPr>
              <a:t>Resonance Jellies and Caustic Optics</a:t>
            </a:r>
            <a:endParaRPr lang="en-US" sz="2400" dirty="0"/>
          </a:p>
        </p:txBody>
      </p:sp>
      <p:sp>
        <p:nvSpPr>
          <p:cNvPr id="4" name="Accent rule">
            <a:extLst>
              <a:ext uri="{C183D7F6-B498-43B3-948B-1728B52AA6E4}">
                <adec:decorative xmlns:adec="http://schemas.microsoft.com/office/drawing/2017/decorative" val="1"/>
              </a:ext>
            </a:extLst>
          </p:cNvPr>
          <p:cNvSpPr/>
          <p:nvPr/>
        </p:nvSpPr>
        <p:spPr>
          <a:xfrm>
            <a:off x="4846320" y="1463040"/>
            <a:ext cx="1005840" cy="41148"/>
          </a:xfrm>
          <a:prstGeom prst="rect">
            <a:avLst/>
          </a:prstGeom>
          <a:solidFill>
            <a:srgbClr val="5FE3F0"/>
          </a:solidFill>
          <a:ln w="12700">
            <a:solidFill>
              <a:srgbClr val="333333"/>
            </a:solidFill>
            <a:prstDash val="solid"/>
          </a:ln>
        </p:spPr>
        <p:txBody>
          <a:bodyPr/>
          <a:lstStyle/>
          <a:p>
            <a:endParaRPr lang="en-US"/>
          </a:p>
        </p:txBody>
      </p:sp>
      <p:sp>
        <p:nvSpPr>
          <p:cNvPr id="5" name="Text 2"/>
          <p:cNvSpPr/>
          <p:nvPr/>
        </p:nvSpPr>
        <p:spPr>
          <a:xfrm>
            <a:off x="4846320" y="1737360"/>
            <a:ext cx="3840480" cy="1554480"/>
          </a:xfrm>
          <a:prstGeom prst="rect">
            <a:avLst/>
          </a:prstGeom>
          <a:noFill/>
          <a:ln/>
        </p:spPr>
        <p:txBody>
          <a:bodyPr wrap="square" rtlCol="0" anchor="ctr"/>
          <a:lstStyle/>
          <a:p>
            <a:pPr marL="0" indent="0">
              <a:lnSpc>
                <a:spcPts val="2200"/>
              </a:lnSpc>
              <a:buNone/>
            </a:pPr>
            <a:r>
              <a:rPr lang="en-US" sz="1300" dirty="0">
                <a:solidFill>
                  <a:srgbClr val="8FA6B4"/>
                </a:solidFill>
                <a:latin typeface="Segoe UI" pitchFamily="34" charset="0"/>
                <a:ea typeface="Segoe UI" pitchFamily="34" charset="-122"/>
                <a:cs typeface="Segoe UI" pitchFamily="34" charset="-120"/>
              </a:rPr>
              <a:t>Resonance Jellies translate the model into an underwater form: imagined energy enters, the medium appears to respond, and bioluminescence-inspired light becomes visible as caustic geometry across the body, water column, and seafloor.</a:t>
            </a:r>
            <a:endParaRPr lang="en-US" sz="1300" dirty="0"/>
          </a:p>
        </p:txBody>
      </p:sp>
      <p:sp>
        <p:nvSpPr>
          <p:cNvPr id="6" name="Rule panel">
            <a:extLst>
              <a:ext uri="{C183D7F6-B498-43B3-948B-1728B52AA6E4}">
                <adec:decorative xmlns:adec="http://schemas.microsoft.com/office/drawing/2017/decorative" val="1"/>
              </a:ext>
            </a:extLst>
          </p:cNvPr>
          <p:cNvSpPr/>
          <p:nvPr/>
        </p:nvSpPr>
        <p:spPr>
          <a:xfrm>
            <a:off x="4846320" y="3429000"/>
            <a:ext cx="3840480" cy="868680"/>
          </a:xfrm>
          <a:prstGeom prst="rect">
            <a:avLst/>
          </a:prstGeom>
          <a:solidFill>
            <a:srgbClr val="0C1522"/>
          </a:solidFill>
          <a:ln w="12700">
            <a:solidFill>
              <a:srgbClr val="333333"/>
            </a:solidFill>
            <a:prstDash val="solid"/>
          </a:ln>
        </p:spPr>
        <p:txBody>
          <a:bodyPr/>
          <a:lstStyle/>
          <a:p>
            <a:endParaRPr lang="en-US"/>
          </a:p>
        </p:txBody>
      </p:sp>
      <p:sp>
        <p:nvSpPr>
          <p:cNvPr id="7" name="Text 4"/>
          <p:cNvSpPr/>
          <p:nvPr/>
        </p:nvSpPr>
        <p:spPr>
          <a:xfrm>
            <a:off x="5029200" y="3429000"/>
            <a:ext cx="3474720" cy="868680"/>
          </a:xfrm>
          <a:prstGeom prst="rect">
            <a:avLst/>
          </a:prstGeom>
          <a:noFill/>
          <a:ln/>
        </p:spPr>
        <p:txBody>
          <a:bodyPr wrap="square" lIns="0" tIns="0" rIns="0" bIns="0" rtlCol="0" anchor="ctr"/>
          <a:lstStyle/>
          <a:p>
            <a:pPr marL="0" indent="0">
              <a:buNone/>
            </a:pPr>
            <a:r>
              <a:rPr lang="en-US" sz="1100" b="1" dirty="0">
                <a:solidFill>
                  <a:srgbClr val="5FE3F0"/>
                </a:solidFill>
                <a:latin typeface="Segoe UI" pitchFamily="34" charset="0"/>
                <a:ea typeface="Segoe UI" pitchFamily="34" charset="-122"/>
                <a:cs typeface="Segoe UI" pitchFamily="34" charset="-120"/>
              </a:rPr>
              <a:t>System rule</a:t>
            </a:r>
            <a:endParaRPr lang="en-US" sz="1100" dirty="0"/>
          </a:p>
          <a:p>
            <a:pPr marL="0" indent="0">
              <a:buNone/>
            </a:pPr>
            <a:r>
              <a:rPr lang="en-US" sz="1300" i="1" dirty="0">
                <a:solidFill>
                  <a:srgbClr val="EAF6FA"/>
                </a:solidFill>
                <a:latin typeface="Segoe UI" pitchFamily="34" charset="0"/>
                <a:ea typeface="Segoe UI" pitchFamily="34" charset="-122"/>
                <a:cs typeface="Segoe UI" pitchFamily="34" charset="-120"/>
              </a:rPr>
              <a:t>Energy enters → medium responds → light reveals the response.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ttice line">
            <a:extLst>
              <a:ext uri="{C183D7F6-B498-43B3-948B-1728B52AA6E4}">
                <adec:decorative xmlns:adec="http://schemas.microsoft.com/office/drawing/2017/decorative" val="1"/>
              </a:ext>
            </a:extLst>
          </p:cNvPr>
          <p:cNvSpPr/>
          <p:nvPr/>
        </p:nvSpPr>
        <p:spPr>
          <a:xfrm>
            <a:off x="0" y="137160"/>
            <a:ext cx="9144000" cy="0"/>
          </a:xfrm>
          <a:prstGeom prst="line">
            <a:avLst/>
          </a:prstGeom>
          <a:noFill/>
          <a:ln w="9525">
            <a:solidFill>
              <a:srgbClr val="5FE3F0">
                <a:alpha val="12000"/>
              </a:srgbClr>
            </a:solidFill>
            <a:prstDash val="solid"/>
          </a:ln>
        </p:spPr>
        <p:txBody>
          <a:bodyPr/>
          <a:lstStyle/>
          <a:p>
            <a:endParaRPr lang="en-US"/>
          </a:p>
        </p:txBody>
      </p:sp>
      <p:sp>
        <p:nvSpPr>
          <p:cNvPr id="3" name="Lattice line">
            <a:extLst>
              <a:ext uri="{C183D7F6-B498-43B3-948B-1728B52AA6E4}">
                <adec:decorative xmlns:adec="http://schemas.microsoft.com/office/drawing/2017/decorative" val="1"/>
              </a:ext>
            </a:extLst>
          </p:cNvPr>
          <p:cNvSpPr/>
          <p:nvPr/>
        </p:nvSpPr>
        <p:spPr>
          <a:xfrm>
            <a:off x="0" y="914400"/>
            <a:ext cx="9144000" cy="0"/>
          </a:xfrm>
          <a:prstGeom prst="line">
            <a:avLst/>
          </a:prstGeom>
          <a:noFill/>
          <a:ln w="9525">
            <a:solidFill>
              <a:srgbClr val="5FE3F0">
                <a:alpha val="12000"/>
              </a:srgbClr>
            </a:solidFill>
            <a:prstDash val="solid"/>
          </a:ln>
        </p:spPr>
        <p:txBody>
          <a:bodyPr/>
          <a:lstStyle/>
          <a:p>
            <a:endParaRPr lang="en-US"/>
          </a:p>
        </p:txBody>
      </p:sp>
      <p:sp>
        <p:nvSpPr>
          <p:cNvPr id="4" name="Lattice line">
            <a:extLst>
              <a:ext uri="{C183D7F6-B498-43B3-948B-1728B52AA6E4}">
                <adec:decorative xmlns:adec="http://schemas.microsoft.com/office/drawing/2017/decorative" val="1"/>
              </a:ext>
            </a:extLst>
          </p:cNvPr>
          <p:cNvSpPr/>
          <p:nvPr/>
        </p:nvSpPr>
        <p:spPr>
          <a:xfrm>
            <a:off x="0" y="1691640"/>
            <a:ext cx="9144000" cy="0"/>
          </a:xfrm>
          <a:prstGeom prst="line">
            <a:avLst/>
          </a:prstGeom>
          <a:noFill/>
          <a:ln w="9525">
            <a:solidFill>
              <a:srgbClr val="5FE3F0">
                <a:alpha val="12000"/>
              </a:srgbClr>
            </a:solidFill>
            <a:prstDash val="solid"/>
          </a:ln>
        </p:spPr>
        <p:txBody>
          <a:bodyPr/>
          <a:lstStyle/>
          <a:p>
            <a:endParaRPr lang="en-US"/>
          </a:p>
        </p:txBody>
      </p:sp>
      <p:sp>
        <p:nvSpPr>
          <p:cNvPr id="5" name="Lattice line">
            <a:extLst>
              <a:ext uri="{C183D7F6-B498-43B3-948B-1728B52AA6E4}">
                <adec:decorative xmlns:adec="http://schemas.microsoft.com/office/drawing/2017/decorative" val="1"/>
              </a:ext>
            </a:extLst>
          </p:cNvPr>
          <p:cNvSpPr/>
          <p:nvPr/>
        </p:nvSpPr>
        <p:spPr>
          <a:xfrm>
            <a:off x="0" y="2468880"/>
            <a:ext cx="9144000" cy="0"/>
          </a:xfrm>
          <a:prstGeom prst="line">
            <a:avLst/>
          </a:prstGeom>
          <a:noFill/>
          <a:ln w="9525">
            <a:solidFill>
              <a:srgbClr val="5FE3F0">
                <a:alpha val="12000"/>
              </a:srgbClr>
            </a:solidFill>
            <a:prstDash val="solid"/>
          </a:ln>
        </p:spPr>
        <p:txBody>
          <a:bodyPr/>
          <a:lstStyle/>
          <a:p>
            <a:endParaRPr lang="en-US"/>
          </a:p>
        </p:txBody>
      </p:sp>
      <p:sp>
        <p:nvSpPr>
          <p:cNvPr id="6" name="Lattice line">
            <a:extLst>
              <a:ext uri="{C183D7F6-B498-43B3-948B-1728B52AA6E4}">
                <adec:decorative xmlns:adec="http://schemas.microsoft.com/office/drawing/2017/decorative" val="1"/>
              </a:ext>
            </a:extLst>
          </p:cNvPr>
          <p:cNvSpPr/>
          <p:nvPr/>
        </p:nvSpPr>
        <p:spPr>
          <a:xfrm>
            <a:off x="0" y="3246120"/>
            <a:ext cx="9144000" cy="0"/>
          </a:xfrm>
          <a:prstGeom prst="line">
            <a:avLst/>
          </a:prstGeom>
          <a:noFill/>
          <a:ln w="9525">
            <a:solidFill>
              <a:srgbClr val="5FE3F0">
                <a:alpha val="12000"/>
              </a:srgbClr>
            </a:solidFill>
            <a:prstDash val="solid"/>
          </a:ln>
        </p:spPr>
        <p:txBody>
          <a:bodyPr/>
          <a:lstStyle/>
          <a:p>
            <a:endParaRPr lang="en-US"/>
          </a:p>
        </p:txBody>
      </p:sp>
      <p:sp>
        <p:nvSpPr>
          <p:cNvPr id="7" name="Lattice line">
            <a:extLst>
              <a:ext uri="{C183D7F6-B498-43B3-948B-1728B52AA6E4}">
                <adec:decorative xmlns:adec="http://schemas.microsoft.com/office/drawing/2017/decorative" val="1"/>
              </a:ext>
            </a:extLst>
          </p:cNvPr>
          <p:cNvSpPr/>
          <p:nvPr/>
        </p:nvSpPr>
        <p:spPr>
          <a:xfrm>
            <a:off x="0" y="4023360"/>
            <a:ext cx="9144000" cy="0"/>
          </a:xfrm>
          <a:prstGeom prst="line">
            <a:avLst/>
          </a:prstGeom>
          <a:noFill/>
          <a:ln w="9525">
            <a:solidFill>
              <a:srgbClr val="5FE3F0">
                <a:alpha val="12000"/>
              </a:srgbClr>
            </a:solidFill>
            <a:prstDash val="solid"/>
          </a:ln>
        </p:spPr>
        <p:txBody>
          <a:bodyPr/>
          <a:lstStyle/>
          <a:p>
            <a:endParaRPr lang="en-US"/>
          </a:p>
        </p:txBody>
      </p:sp>
      <p:sp>
        <p:nvSpPr>
          <p:cNvPr id="8" name="Lattice line">
            <a:extLst>
              <a:ext uri="{C183D7F6-B498-43B3-948B-1728B52AA6E4}">
                <adec:decorative xmlns:adec="http://schemas.microsoft.com/office/drawing/2017/decorative" val="1"/>
              </a:ext>
            </a:extLst>
          </p:cNvPr>
          <p:cNvSpPr/>
          <p:nvPr/>
        </p:nvSpPr>
        <p:spPr>
          <a:xfrm>
            <a:off x="0" y="4800600"/>
            <a:ext cx="9144000" cy="0"/>
          </a:xfrm>
          <a:prstGeom prst="line">
            <a:avLst/>
          </a:prstGeom>
          <a:noFill/>
          <a:ln w="9525">
            <a:solidFill>
              <a:srgbClr val="5FE3F0">
                <a:alpha val="12000"/>
              </a:srgbClr>
            </a:solidFill>
            <a:prstDash val="solid"/>
          </a:ln>
        </p:spPr>
        <p:txBody>
          <a:bodyPr/>
          <a:lstStyle/>
          <a:p>
            <a:endParaRPr lang="en-US"/>
          </a:p>
        </p:txBody>
      </p:sp>
      <p:sp>
        <p:nvSpPr>
          <p:cNvPr id="9" name="Text 0"/>
          <p:cNvSpPr>
            <a:spLocks noGrp="1"/>
          </p:cNvSpPr>
          <p:nvPr>
            <p:ph type="title" idx="100" hasCustomPrompt="1"/>
          </p:nvPr>
        </p:nvSpPr>
        <p:spPr>
          <a:xfrm>
            <a:off x="640080" y="457200"/>
            <a:ext cx="7863840" cy="685800"/>
          </a:xfrm>
          <a:prstGeom prst="rect">
            <a:avLst/>
          </a:prstGeom>
          <a:noFill/>
          <a:ln/>
        </p:spPr>
        <p:txBody>
          <a:bodyPr wrap="square" lIns="0" tIns="0" rIns="0" bIns="0" rtlCol="0" anchor="ctr"/>
          <a:lstStyle/>
          <a:p>
            <a:pPr marL="0" indent="0">
              <a:buNone/>
            </a:pPr>
            <a:r>
              <a:rPr lang="en-US" sz="2500" b="1" dirty="0">
                <a:solidFill>
                  <a:srgbClr val="EAF6FA"/>
                </a:solidFill>
                <a:latin typeface="Segoe UI" pitchFamily="34" charset="0"/>
                <a:ea typeface="Segoe UI" pitchFamily="34" charset="-122"/>
                <a:cs typeface="Segoe UI" pitchFamily="34" charset="-120"/>
              </a:rPr>
              <a:t>Closing: A Marine-Facing Concept Portfolio</a:t>
            </a:r>
            <a:endParaRPr lang="en-US" sz="2500" dirty="0"/>
          </a:p>
        </p:txBody>
      </p:sp>
      <p:sp>
        <p:nvSpPr>
          <p:cNvPr id="10" name="Accent rule">
            <a:extLst>
              <a:ext uri="{C183D7F6-B498-43B3-948B-1728B52AA6E4}">
                <adec:decorative xmlns:adec="http://schemas.microsoft.com/office/drawing/2017/decorative" val="1"/>
              </a:ext>
            </a:extLst>
          </p:cNvPr>
          <p:cNvSpPr/>
          <p:nvPr/>
        </p:nvSpPr>
        <p:spPr>
          <a:xfrm>
            <a:off x="640080" y="1207008"/>
            <a:ext cx="1005840" cy="41148"/>
          </a:xfrm>
          <a:prstGeom prst="rect">
            <a:avLst/>
          </a:prstGeom>
          <a:solidFill>
            <a:srgbClr val="5FE3F0"/>
          </a:solidFill>
          <a:ln w="12700">
            <a:solidFill>
              <a:srgbClr val="333333"/>
            </a:solidFill>
            <a:prstDash val="solid"/>
          </a:ln>
        </p:spPr>
        <p:txBody>
          <a:bodyPr/>
          <a:lstStyle/>
          <a:p>
            <a:endParaRPr lang="en-US"/>
          </a:p>
        </p:txBody>
      </p:sp>
      <p:sp>
        <p:nvSpPr>
          <p:cNvPr id="11" name="Text 9"/>
          <p:cNvSpPr/>
          <p:nvPr/>
        </p:nvSpPr>
        <p:spPr>
          <a:xfrm>
            <a:off x="640080" y="1554480"/>
            <a:ext cx="7863840" cy="822960"/>
          </a:xfrm>
          <a:prstGeom prst="rect">
            <a:avLst/>
          </a:prstGeom>
          <a:noFill/>
          <a:ln/>
        </p:spPr>
        <p:txBody>
          <a:bodyPr wrap="square" rtlCol="0" anchor="ctr"/>
          <a:lstStyle/>
          <a:p>
            <a:pPr marL="0" indent="0">
              <a:lnSpc>
                <a:spcPts val="2200"/>
              </a:lnSpc>
              <a:buNone/>
            </a:pPr>
            <a:r>
              <a:rPr lang="en-US" sz="1600" dirty="0">
                <a:solidFill>
                  <a:srgbClr val="8FA6B4"/>
                </a:solidFill>
                <a:latin typeface="Segoe UI" pitchFamily="34" charset="0"/>
                <a:ea typeface="Segoe UI" pitchFamily="34" charset="-122"/>
                <a:cs typeface="Segoe UI" pitchFamily="34" charset="-120"/>
              </a:rPr>
              <a:t>RSHF becomes a marine-facing concept portfolio piece: a speculative optical channel where imagined resonance is read through light, density, fracture, reflection, water, and bioluminescence-inspired visibility.</a:t>
            </a:r>
            <a:endParaRPr lang="en-US" sz="1600" dirty="0"/>
          </a:p>
        </p:txBody>
      </p:sp>
      <p:sp>
        <p:nvSpPr>
          <p:cNvPr id="12" name="Term chip">
            <a:extLst>
              <a:ext uri="{C183D7F6-B498-43B3-948B-1728B52AA6E4}">
                <adec:decorative xmlns:adec="http://schemas.microsoft.com/office/drawing/2017/decorative" val="1"/>
              </a:ext>
            </a:extLst>
          </p:cNvPr>
          <p:cNvSpPr/>
          <p:nvPr/>
        </p:nvSpPr>
        <p:spPr>
          <a:xfrm>
            <a:off x="640080"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13" name="Text 11"/>
          <p:cNvSpPr/>
          <p:nvPr/>
        </p:nvSpPr>
        <p:spPr>
          <a:xfrm>
            <a:off x="640080"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Light</a:t>
            </a:r>
            <a:endParaRPr lang="en-US" sz="1100" dirty="0"/>
          </a:p>
        </p:txBody>
      </p:sp>
      <p:sp>
        <p:nvSpPr>
          <p:cNvPr id="14" name="Term chip">
            <a:extLst>
              <a:ext uri="{C183D7F6-B498-43B3-948B-1728B52AA6E4}">
                <adec:decorative xmlns:adec="http://schemas.microsoft.com/office/drawing/2017/decorative" val="1"/>
              </a:ext>
            </a:extLst>
          </p:cNvPr>
          <p:cNvSpPr/>
          <p:nvPr/>
        </p:nvSpPr>
        <p:spPr>
          <a:xfrm>
            <a:off x="1975104"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15" name="Text 13"/>
          <p:cNvSpPr/>
          <p:nvPr/>
        </p:nvSpPr>
        <p:spPr>
          <a:xfrm>
            <a:off x="1975104"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Density</a:t>
            </a:r>
            <a:endParaRPr lang="en-US" sz="1100" dirty="0"/>
          </a:p>
        </p:txBody>
      </p:sp>
      <p:sp>
        <p:nvSpPr>
          <p:cNvPr id="16" name="Term chip">
            <a:extLst>
              <a:ext uri="{C183D7F6-B498-43B3-948B-1728B52AA6E4}">
                <adec:decorative xmlns:adec="http://schemas.microsoft.com/office/drawing/2017/decorative" val="1"/>
              </a:ext>
            </a:extLst>
          </p:cNvPr>
          <p:cNvSpPr/>
          <p:nvPr/>
        </p:nvSpPr>
        <p:spPr>
          <a:xfrm>
            <a:off x="3310128"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17" name="Text 15"/>
          <p:cNvSpPr/>
          <p:nvPr/>
        </p:nvSpPr>
        <p:spPr>
          <a:xfrm>
            <a:off x="3310128"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Fracture</a:t>
            </a:r>
            <a:endParaRPr lang="en-US" sz="1100" dirty="0"/>
          </a:p>
        </p:txBody>
      </p:sp>
      <p:sp>
        <p:nvSpPr>
          <p:cNvPr id="18" name="Term chip">
            <a:extLst>
              <a:ext uri="{C183D7F6-B498-43B3-948B-1728B52AA6E4}">
                <adec:decorative xmlns:adec="http://schemas.microsoft.com/office/drawing/2017/decorative" val="1"/>
              </a:ext>
            </a:extLst>
          </p:cNvPr>
          <p:cNvSpPr/>
          <p:nvPr/>
        </p:nvSpPr>
        <p:spPr>
          <a:xfrm>
            <a:off x="4645152"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19" name="Text 17"/>
          <p:cNvSpPr/>
          <p:nvPr/>
        </p:nvSpPr>
        <p:spPr>
          <a:xfrm>
            <a:off x="4645152"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Reflection</a:t>
            </a:r>
            <a:endParaRPr lang="en-US" sz="1100" dirty="0"/>
          </a:p>
        </p:txBody>
      </p:sp>
      <p:sp>
        <p:nvSpPr>
          <p:cNvPr id="20" name="Term chip">
            <a:extLst>
              <a:ext uri="{C183D7F6-B498-43B3-948B-1728B52AA6E4}">
                <adec:decorative xmlns:adec="http://schemas.microsoft.com/office/drawing/2017/decorative" val="1"/>
              </a:ext>
            </a:extLst>
          </p:cNvPr>
          <p:cNvSpPr/>
          <p:nvPr/>
        </p:nvSpPr>
        <p:spPr>
          <a:xfrm>
            <a:off x="5980176"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21" name="Text 19"/>
          <p:cNvSpPr/>
          <p:nvPr/>
        </p:nvSpPr>
        <p:spPr>
          <a:xfrm>
            <a:off x="5980176"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Water</a:t>
            </a:r>
            <a:endParaRPr lang="en-US" sz="1100" dirty="0"/>
          </a:p>
        </p:txBody>
      </p:sp>
      <p:sp>
        <p:nvSpPr>
          <p:cNvPr id="22" name="Term chip">
            <a:extLst>
              <a:ext uri="{C183D7F6-B498-43B3-948B-1728B52AA6E4}">
                <adec:decorative xmlns:adec="http://schemas.microsoft.com/office/drawing/2017/decorative" val="1"/>
              </a:ext>
            </a:extLst>
          </p:cNvPr>
          <p:cNvSpPr/>
          <p:nvPr/>
        </p:nvSpPr>
        <p:spPr>
          <a:xfrm>
            <a:off x="7315200" y="2651760"/>
            <a:ext cx="1207008" cy="548640"/>
          </a:xfrm>
          <a:prstGeom prst="rect">
            <a:avLst/>
          </a:prstGeom>
          <a:solidFill>
            <a:srgbClr val="0C1522"/>
          </a:solidFill>
          <a:ln w="9525">
            <a:solidFill>
              <a:srgbClr val="5FE3F0"/>
            </a:solidFill>
            <a:prstDash val="solid"/>
          </a:ln>
        </p:spPr>
        <p:txBody>
          <a:bodyPr/>
          <a:lstStyle/>
          <a:p>
            <a:endParaRPr lang="en-US"/>
          </a:p>
        </p:txBody>
      </p:sp>
      <p:sp>
        <p:nvSpPr>
          <p:cNvPr id="23" name="Text 21"/>
          <p:cNvSpPr/>
          <p:nvPr/>
        </p:nvSpPr>
        <p:spPr>
          <a:xfrm>
            <a:off x="7315200" y="2651760"/>
            <a:ext cx="1207008" cy="548640"/>
          </a:xfrm>
          <a:prstGeom prst="rect">
            <a:avLst/>
          </a:prstGeom>
          <a:noFill/>
          <a:ln/>
        </p:spPr>
        <p:txBody>
          <a:bodyPr wrap="square" lIns="0" tIns="0" rIns="0" bIns="0" rtlCol="0" anchor="ctr"/>
          <a:lstStyle/>
          <a:p>
            <a:pPr marL="0" indent="0" algn="ctr">
              <a:buNone/>
            </a:pPr>
            <a:r>
              <a:rPr lang="en-US" sz="1100" b="1" dirty="0">
                <a:solidFill>
                  <a:srgbClr val="5FE3F0"/>
                </a:solidFill>
                <a:latin typeface="Segoe UI" pitchFamily="34" charset="0"/>
                <a:ea typeface="Segoe UI" pitchFamily="34" charset="-122"/>
                <a:cs typeface="Segoe UI" pitchFamily="34" charset="-120"/>
              </a:rPr>
              <a:t>Visibility</a:t>
            </a:r>
            <a:endParaRPr lang="en-US" sz="1100" dirty="0"/>
          </a:p>
        </p:txBody>
      </p:sp>
      <p:sp>
        <p:nvSpPr>
          <p:cNvPr id="24" name="Text 22"/>
          <p:cNvSpPr/>
          <p:nvPr/>
        </p:nvSpPr>
        <p:spPr>
          <a:xfrm>
            <a:off x="640080" y="3474720"/>
            <a:ext cx="7863840" cy="1188720"/>
          </a:xfrm>
          <a:prstGeom prst="rect">
            <a:avLst/>
          </a:prstGeom>
          <a:noFill/>
          <a:ln/>
        </p:spPr>
        <p:txBody>
          <a:bodyPr wrap="square" rtlCol="0" anchor="ctr"/>
          <a:lstStyle/>
          <a:p>
            <a:pPr marL="0" indent="0">
              <a:lnSpc>
                <a:spcPts val="1400"/>
              </a:lnSpc>
              <a:buNone/>
            </a:pPr>
            <a:r>
              <a:rPr lang="en-US" sz="1000" dirty="0">
                <a:solidFill>
                  <a:srgbClr val="9FB3C0"/>
                </a:solidFill>
                <a:latin typeface="Segoe UI" pitchFamily="34" charset="0"/>
                <a:ea typeface="Segoe UI" pitchFamily="34" charset="-122"/>
                <a:cs typeface="Segoe UI" pitchFamily="34" charset="-120"/>
              </a:rPr>
              <a:t>Disclaimer: A speculative, theoretical concept model. References to resonance, frequency-inspired behavior, optical fields, quantum-adjacent perception, bioluminescence, and dimensional visibility are conceptual and interdisciplinary framing devices — not claims of established marine biology, organism behavior, physics, or quantum science unless supported by independent empirical research.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537</Words>
  <Application>Microsoft Office PowerPoint</Application>
  <PresentationFormat>On-screen Show (16:9)</PresentationFormat>
  <Paragraphs>68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Segoe UI</vt:lpstr>
      <vt:lpstr>Office Theme</vt:lpstr>
      <vt:lpstr>Reflective-Surface Harmonic Field</vt:lpstr>
      <vt:lpstr>Why Deep-Sea Biology?</vt:lpstr>
      <vt:lpstr>The Speculative Visual Model</vt:lpstr>
      <vt:lpstr>Bioluminescence-Inspired Pattern Language</vt:lpstr>
      <vt:lpstr>Deep-Sea Disruption Events</vt:lpstr>
      <vt:lpstr>Hypothetical Caretaker Hierarchy</vt:lpstr>
      <vt:lpstr>Resonance Jellies and Caustic Optics</vt:lpstr>
      <vt:lpstr>Closing: A Marine-Facing Concept Portfolio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Travis Rose</dc:creator>
  <cp:lastModifiedBy>Travis Rose</cp:lastModifiedBy>
  <cp:revision>1</cp:revision>
  <dcterms:created xsi:type="dcterms:W3CDTF">2026-08-20T15:30:24Z</dcterms:created>
  <dcterms:modified xsi:type="dcterms:W3CDTF">2026-08-20T16:54:54Z</dcterms:modified>
</cp:coreProperties>
</file>