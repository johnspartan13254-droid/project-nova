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66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vis Rose" userId="ae0465b461024fd3" providerId="LiveId" clId="{DE204AF9-4C08-4921-83CB-D732892F22D0}"/>
    <pc:docChg chg="custSel mod addSld delSld modSld addMainMaster delMainMaster modMainMaster modNotesMaster setSldSz">
      <pc:chgData name="Travis Rose" userId="ae0465b461024fd3" providerId="LiveId" clId="{DE204AF9-4C08-4921-83CB-D732892F22D0}" dt="2026-08-20T18:50:47.400" v="6" actId="26606"/>
      <pc:docMkLst>
        <pc:docMk/>
      </pc:docMkLst>
      <pc:sldChg chg="add">
        <pc:chgData name="Travis Rose" userId="ae0465b461024fd3" providerId="LiveId" clId="{DE204AF9-4C08-4921-83CB-D732892F22D0}" dt="2026-08-20T18:18:16.971" v="2" actId="26606"/>
        <pc:sldMkLst>
          <pc:docMk/>
          <pc:sldMk cId="0" sldId="256"/>
        </pc:sldMkLst>
      </pc:sldChg>
      <pc:sldChg chg="add">
        <pc:chgData name="Travis Rose" userId="ae0465b461024fd3" providerId="LiveId" clId="{DE204AF9-4C08-4921-83CB-D732892F22D0}" dt="2026-08-20T18:18:16.971" v="2" actId="26606"/>
        <pc:sldMkLst>
          <pc:docMk/>
          <pc:sldMk cId="0" sldId="257"/>
        </pc:sldMkLst>
      </pc:sldChg>
      <pc:sldChg chg="add">
        <pc:chgData name="Travis Rose" userId="ae0465b461024fd3" providerId="LiveId" clId="{DE204AF9-4C08-4921-83CB-D732892F22D0}" dt="2026-08-20T18:18:16.971" v="2" actId="26606"/>
        <pc:sldMkLst>
          <pc:docMk/>
          <pc:sldMk cId="0" sldId="258"/>
        </pc:sldMkLst>
      </pc:sldChg>
      <pc:sldChg chg="add">
        <pc:chgData name="Travis Rose" userId="ae0465b461024fd3" providerId="LiveId" clId="{DE204AF9-4C08-4921-83CB-D732892F22D0}" dt="2026-08-20T18:18:16.971" v="2" actId="26606"/>
        <pc:sldMkLst>
          <pc:docMk/>
          <pc:sldMk cId="0" sldId="259"/>
        </pc:sldMkLst>
      </pc:sldChg>
      <pc:sldChg chg="modSp add mod">
        <pc:chgData name="Travis Rose" userId="ae0465b461024fd3" providerId="LiveId" clId="{DE204AF9-4C08-4921-83CB-D732892F22D0}" dt="2026-08-20T18:39:14.927" v="3" actId="26606"/>
        <pc:sldMkLst>
          <pc:docMk/>
          <pc:sldMk cId="0" sldId="260"/>
        </pc:sldMkLst>
        <pc:spChg chg="mod">
          <ac:chgData name="Travis Rose" userId="ae0465b461024fd3" providerId="LiveId" clId="{DE204AF9-4C08-4921-83CB-D732892F22D0}" dt="2026-08-20T18:39:14.927" v="3" actId="26606"/>
          <ac:spMkLst>
            <pc:docMk/>
            <pc:sldMk cId="0" sldId="260"/>
            <ac:spMk id="24" creationId="{00000000-0000-0000-0000-000000000000}"/>
          </ac:spMkLst>
        </pc:spChg>
        <pc:spChg chg="mod">
          <ac:chgData name="Travis Rose" userId="ae0465b461024fd3" providerId="LiveId" clId="{DE204AF9-4C08-4921-83CB-D732892F22D0}" dt="2026-08-20T18:39:14.927" v="3" actId="2660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Travis Rose" userId="ae0465b461024fd3" providerId="LiveId" clId="{DE204AF9-4C08-4921-83CB-D732892F22D0}" dt="2026-08-20T18:39:14.927" v="3" actId="26606"/>
          <ac:spMkLst>
            <pc:docMk/>
            <pc:sldMk cId="0" sldId="260"/>
            <ac:spMk id="26" creationId="{00000000-0000-0000-0000-000000000000}"/>
          </ac:spMkLst>
        </pc:spChg>
      </pc:sldChg>
      <pc:sldChg chg="add">
        <pc:chgData name="Travis Rose" userId="ae0465b461024fd3" providerId="LiveId" clId="{DE204AF9-4C08-4921-83CB-D732892F22D0}" dt="2026-08-20T18:18:16.971" v="2" actId="26606"/>
        <pc:sldMkLst>
          <pc:docMk/>
          <pc:sldMk cId="0" sldId="261"/>
        </pc:sldMkLst>
      </pc:sldChg>
      <pc:sldChg chg="modSp add mod">
        <pc:chgData name="Travis Rose" userId="ae0465b461024fd3" providerId="LiveId" clId="{DE204AF9-4C08-4921-83CB-D732892F22D0}" dt="2026-08-20T18:39:14.927" v="3" actId="26606"/>
        <pc:sldMkLst>
          <pc:docMk/>
          <pc:sldMk cId="0" sldId="262"/>
        </pc:sldMkLst>
        <pc:spChg chg="mod">
          <ac:chgData name="Travis Rose" userId="ae0465b461024fd3" providerId="LiveId" clId="{DE204AF9-4C08-4921-83CB-D732892F22D0}" dt="2026-08-20T18:39:14.927" v="3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Travis Rose" userId="ae0465b461024fd3" providerId="LiveId" clId="{DE204AF9-4C08-4921-83CB-D732892F22D0}" dt="2026-08-20T18:39:14.927" v="3" actId="26606"/>
          <ac:spMkLst>
            <pc:docMk/>
            <pc:sldMk cId="0" sldId="262"/>
            <ac:spMk id="7" creationId="{00000000-0000-0000-0000-000000000000}"/>
          </ac:spMkLst>
        </pc:spChg>
        <pc:spChg chg="mod">
          <ac:chgData name="Travis Rose" userId="ae0465b461024fd3" providerId="LiveId" clId="{DE204AF9-4C08-4921-83CB-D732892F22D0}" dt="2026-08-20T18:39:14.927" v="3" actId="26606"/>
          <ac:spMkLst>
            <pc:docMk/>
            <pc:sldMk cId="0" sldId="262"/>
            <ac:spMk id="13" creationId="{00000000-0000-0000-0000-000000000000}"/>
          </ac:spMkLst>
        </pc:spChg>
      </pc:sldChg>
      <pc:sldChg chg="modSp add mod">
        <pc:chgData name="Travis Rose" userId="ae0465b461024fd3" providerId="LiveId" clId="{DE204AF9-4C08-4921-83CB-D732892F22D0}" dt="2026-08-20T18:50:47.400" v="6" actId="26606"/>
        <pc:sldMkLst>
          <pc:docMk/>
          <pc:sldMk cId="0" sldId="263"/>
        </pc:sldMkLst>
        <pc:spChg chg="mod">
          <ac:chgData name="Travis Rose" userId="ae0465b461024fd3" providerId="LiveId" clId="{DE204AF9-4C08-4921-83CB-D732892F22D0}" dt="2026-08-20T18:47:15.330" v="5" actId="26606"/>
          <ac:spMkLst>
            <pc:docMk/>
            <pc:sldMk cId="0" sldId="263"/>
            <ac:spMk id="3" creationId="{00000000-0000-0000-0000-000000000000}"/>
          </ac:spMkLst>
        </pc:spChg>
        <pc:spChg chg="mod">
          <ac:chgData name="Travis Rose" userId="ae0465b461024fd3" providerId="LiveId" clId="{DE204AF9-4C08-4921-83CB-D732892F22D0}" dt="2026-08-20T18:50:47.400" v="6" actId="26606"/>
          <ac:spMkLst>
            <pc:docMk/>
            <pc:sldMk cId="0" sldId="263"/>
            <ac:spMk id="6" creationId="{00000000-0000-0000-0000-000000000000}"/>
          </ac:spMkLst>
        </pc:spChg>
        <pc:spChg chg="mod">
          <ac:chgData name="Travis Rose" userId="ae0465b461024fd3" providerId="LiveId" clId="{DE204AF9-4C08-4921-83CB-D732892F22D0}" dt="2026-08-20T18:39:14.927" v="3" actId="2660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Travis Rose" userId="ae0465b461024fd3" providerId="LiveId" clId="{DE204AF9-4C08-4921-83CB-D732892F22D0}" dt="2026-08-20T18:39:14.927" v="3" actId="2660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Travis Rose" userId="ae0465b461024fd3" providerId="LiveId" clId="{DE204AF9-4C08-4921-83CB-D732892F22D0}" dt="2026-08-20T18:50:47.400" v="6" actId="26606"/>
          <ac:spMkLst>
            <pc:docMk/>
            <pc:sldMk cId="0" sldId="263"/>
            <ac:spMk id="14" creationId="{00000000-0000-0000-0000-000000000000}"/>
          </ac:spMkLst>
        </pc:spChg>
        <pc:spChg chg="mod">
          <ac:chgData name="Travis Rose" userId="ae0465b461024fd3" providerId="LiveId" clId="{DE204AF9-4C08-4921-83CB-D732892F22D0}" dt="2026-08-20T18:50:47.400" v="6" actId="26606"/>
          <ac:spMkLst>
            <pc:docMk/>
            <pc:sldMk cId="0" sldId="263"/>
            <ac:spMk id="15" creationId="{00000000-0000-0000-0000-000000000000}"/>
          </ac:spMkLst>
        </pc:spChg>
        <pc:spChg chg="mod">
          <ac:chgData name="Travis Rose" userId="ae0465b461024fd3" providerId="LiveId" clId="{DE204AF9-4C08-4921-83CB-D732892F22D0}" dt="2026-08-20T18:47:15.330" v="5" actId="26606"/>
          <ac:spMkLst>
            <pc:docMk/>
            <pc:sldMk cId="0" sldId="263"/>
            <ac:spMk id="17" creationId="{00000000-0000-0000-0000-000000000000}"/>
          </ac:spMkLst>
        </pc:spChg>
      </pc:sldChg>
      <pc:sldChg chg="add">
        <pc:chgData name="Travis Rose" userId="ae0465b461024fd3" providerId="LiveId" clId="{DE204AF9-4C08-4921-83CB-D732892F22D0}" dt="2026-08-20T18:43:31.672" v="4" actId="26606"/>
        <pc:sldMkLst>
          <pc:docMk/>
          <pc:sldMk cId="0" sldId="264"/>
        </pc:sldMkLst>
      </pc:sldChg>
      <pc:sldChg chg="del replId">
        <pc:chgData name="Travis Rose" userId="ae0465b461024fd3" providerId="LiveId" clId="{DE204AF9-4C08-4921-83CB-D732892F22D0}" dt="2026-08-20T18:18:16.971" v="2" actId="26606"/>
        <pc:sldMkLst>
          <pc:docMk/>
          <pc:sldMk cId="434970451" sldId="264"/>
        </pc:sldMkLst>
      </pc:sldChg>
      <pc:sldMasterChg chg="add addSldLayout delSldLayout modSldLayout sldLayoutOrd">
        <pc:chgData name="Travis Rose" userId="ae0465b461024fd3" providerId="LiveId" clId="{DE204AF9-4C08-4921-83CB-D732892F22D0}" dt="2026-08-20T18:18:16.971" v="2" actId="26606"/>
        <pc:sldMasterMkLst>
          <pc:docMk/>
          <pc:sldMasterMk cId="3102720653" sldId="2147483648"/>
        </pc:sldMasterMkLst>
        <pc:sldLayoutChg chg="add">
          <pc:chgData name="Travis Rose" userId="ae0465b461024fd3" providerId="LiveId" clId="{DE204AF9-4C08-4921-83CB-D732892F22D0}" dt="2026-08-20T18:18:16.971" v="2" actId="26606"/>
          <pc:sldLayoutMkLst>
            <pc:docMk/>
            <pc:sldMasterMk cId="3102720653" sldId="2147483648"/>
            <pc:sldLayoutMk cId="0" sldId="2147483649"/>
          </pc:sldLayoutMkLst>
        </pc:sldLayoutChg>
        <pc:sldLayoutChg chg="add">
          <pc:chgData name="Travis Rose" userId="ae0465b461024fd3" providerId="LiveId" clId="{DE204AF9-4C08-4921-83CB-D732892F22D0}" dt="2026-08-20T18:18:16.971" v="2" actId="26606"/>
          <pc:sldLayoutMkLst>
            <pc:docMk/>
            <pc:sldMasterMk cId="3102720653" sldId="2147483648"/>
            <pc:sldLayoutMk cId="0" sldId="2147483650"/>
          </pc:sldLayoutMkLst>
        </pc:sldLayoutChg>
        <pc:sldLayoutChg chg="add">
          <pc:chgData name="Travis Rose" userId="ae0465b461024fd3" providerId="LiveId" clId="{DE204AF9-4C08-4921-83CB-D732892F22D0}" dt="2026-08-20T18:18:16.971" v="2" actId="26606"/>
          <pc:sldLayoutMkLst>
            <pc:docMk/>
            <pc:sldMasterMk cId="3102720653" sldId="2147483648"/>
            <pc:sldLayoutMk cId="0" sldId="2147483651"/>
          </pc:sldLayoutMkLst>
        </pc:sldLayoutChg>
        <pc:sldLayoutChg chg="add">
          <pc:chgData name="Travis Rose" userId="ae0465b461024fd3" providerId="LiveId" clId="{DE204AF9-4C08-4921-83CB-D732892F22D0}" dt="2026-08-20T18:18:16.971" v="2" actId="26606"/>
          <pc:sldLayoutMkLst>
            <pc:docMk/>
            <pc:sldMasterMk cId="3102720653" sldId="2147483648"/>
            <pc:sldLayoutMk cId="0" sldId="2147483652"/>
          </pc:sldLayoutMkLst>
        </pc:sldLayoutChg>
        <pc:sldLayoutChg chg="modSp del mod ord">
          <pc:chgData name="Travis Rose" userId="ae0465b461024fd3" providerId="LiveId" clId="{DE204AF9-4C08-4921-83CB-D732892F22D0}" dt="2026-08-20T18:18:16.971" v="2" actId="26606"/>
          <pc:sldLayoutMkLst>
            <pc:docMk/>
            <pc:sldMasterMk cId="3102720653" sldId="2147483648"/>
            <pc:sldLayoutMk cId="1097333079" sldId="2147483653"/>
          </pc:sldLayoutMkLst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097333079" sldId="2147483653"/>
              <ac:spMk id="2" creationId="{AD66E88D-B78B-B7B9-753B-7A6165306226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097333079" sldId="2147483653"/>
              <ac:spMk id="3" creationId="{68D1E4FA-0D81-136E-830E-FEFC75FFD29D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097333079" sldId="2147483653"/>
              <ac:spMk id="4" creationId="{461FB99F-C77F-73A7-206E-1DDA33777767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097333079" sldId="2147483653"/>
              <ac:spMk id="5" creationId="{1CEC8171-A3C4-BE69-D399-B38267273F70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097333079" sldId="2147483653"/>
              <ac:spMk id="6" creationId="{2208151D-9491-6A42-1A6D-BEE7C8A34BB7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097333079" sldId="2147483653"/>
              <ac:spMk id="7" creationId="{D69089A1-F5FD-9693-EE56-DEFA740A9F47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097333079" sldId="2147483653"/>
              <ac:spMk id="8" creationId="{7E420321-85A6-AC02-2245-389F85CF23DC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097333079" sldId="2147483653"/>
              <ac:spMk id="9" creationId="{7010649C-69DE-C6EA-0013-0FFE54C6157D}"/>
            </ac:spMkLst>
          </pc:spChg>
        </pc:sldLayoutChg>
        <pc:sldLayoutChg chg="modSp del mod ord">
          <pc:chgData name="Travis Rose" userId="ae0465b461024fd3" providerId="LiveId" clId="{DE204AF9-4C08-4921-83CB-D732892F22D0}" dt="2026-08-20T18:18:16.971" v="2" actId="26606"/>
          <pc:sldLayoutMkLst>
            <pc:docMk/>
            <pc:sldMasterMk cId="3102720653" sldId="2147483648"/>
            <pc:sldLayoutMk cId="1171192920" sldId="2147483654"/>
          </pc:sldLayoutMkLst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171192920" sldId="2147483654"/>
              <ac:spMk id="2" creationId="{9F054433-C816-175E-D016-14698628028C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171192920" sldId="2147483654"/>
              <ac:spMk id="3" creationId="{15F94A09-DF63-A74D-5C14-40C5C4982C9F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171192920" sldId="2147483654"/>
              <ac:spMk id="4" creationId="{D448E9EA-738F-9207-CC03-25753972FBCE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171192920" sldId="2147483654"/>
              <ac:spMk id="5" creationId="{31825C42-2250-04FE-4977-C3E5BF726496}"/>
            </ac:spMkLst>
          </pc:spChg>
        </pc:sldLayoutChg>
        <pc:sldLayoutChg chg="modSp del mod ord">
          <pc:chgData name="Travis Rose" userId="ae0465b461024fd3" providerId="LiveId" clId="{DE204AF9-4C08-4921-83CB-D732892F22D0}" dt="2026-08-20T18:18:16.971" v="2" actId="26606"/>
          <pc:sldLayoutMkLst>
            <pc:docMk/>
            <pc:sldMasterMk cId="3102720653" sldId="2147483648"/>
            <pc:sldLayoutMk cId="4145308914" sldId="2147483655"/>
          </pc:sldLayoutMkLst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4145308914" sldId="2147483655"/>
              <ac:spMk id="2" creationId="{9A5D6E64-1888-0B8F-56DA-F4787B754AD1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4145308914" sldId="2147483655"/>
              <ac:spMk id="3" creationId="{A52D44B0-3164-F1D6-82BD-EBB2BF952F30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4145308914" sldId="2147483655"/>
              <ac:spMk id="4" creationId="{C7C3F866-57BD-E6D0-1953-235A0CE8D46F}"/>
            </ac:spMkLst>
          </pc:spChg>
        </pc:sldLayoutChg>
        <pc:sldLayoutChg chg="modSp del mod ord">
          <pc:chgData name="Travis Rose" userId="ae0465b461024fd3" providerId="LiveId" clId="{DE204AF9-4C08-4921-83CB-D732892F22D0}" dt="2026-08-20T18:18:16.971" v="2" actId="26606"/>
          <pc:sldLayoutMkLst>
            <pc:docMk/>
            <pc:sldMasterMk cId="3102720653" sldId="2147483648"/>
            <pc:sldLayoutMk cId="1856771524" sldId="2147483656"/>
          </pc:sldLayoutMkLst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856771524" sldId="2147483656"/>
              <ac:spMk id="2" creationId="{B2108BC2-FE9D-D472-0B54-F12552BC0FC1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856771524" sldId="2147483656"/>
              <ac:spMk id="3" creationId="{E65C1C11-184E-F453-2C26-F30591FB29D4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856771524" sldId="2147483656"/>
              <ac:spMk id="4" creationId="{E01F7B27-4CA0-68F5-836E-3E9E11E58AF3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856771524" sldId="2147483656"/>
              <ac:spMk id="5" creationId="{0C36A66D-D937-A558-10E6-9DA54962367A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856771524" sldId="2147483656"/>
              <ac:spMk id="6" creationId="{2A4FF360-586A-6E81-BEBA-927F450328D9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856771524" sldId="2147483656"/>
              <ac:spMk id="7" creationId="{754854D4-8991-7A47-790A-C48A7B21981C}"/>
            </ac:spMkLst>
          </pc:spChg>
        </pc:sldLayoutChg>
        <pc:sldLayoutChg chg="modSp del mod ord">
          <pc:chgData name="Travis Rose" userId="ae0465b461024fd3" providerId="LiveId" clId="{DE204AF9-4C08-4921-83CB-D732892F22D0}" dt="2026-08-20T18:18:16.971" v="2" actId="26606"/>
          <pc:sldLayoutMkLst>
            <pc:docMk/>
            <pc:sldMasterMk cId="3102720653" sldId="2147483648"/>
            <pc:sldLayoutMk cId="3147290102" sldId="2147483657"/>
          </pc:sldLayoutMkLst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3147290102" sldId="2147483657"/>
              <ac:spMk id="2" creationId="{083D67F6-C5AE-6D7B-3C33-07C8F4FE0DD1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3147290102" sldId="2147483657"/>
              <ac:spMk id="3" creationId="{3B586D50-5B3F-5184-57B5-8A5A147874DF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3147290102" sldId="2147483657"/>
              <ac:spMk id="4" creationId="{760AA488-F19A-B61B-FB40-153DBA9F3288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3147290102" sldId="2147483657"/>
              <ac:spMk id="5" creationId="{986EDCCC-E1B0-E4BB-502B-6891D1153C39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3147290102" sldId="2147483657"/>
              <ac:spMk id="6" creationId="{026CD166-6533-39D2-1D03-73A49D519811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3147290102" sldId="2147483657"/>
              <ac:spMk id="7" creationId="{D48DDCEB-A086-76E4-DD70-86C47DB54790}"/>
            </ac:spMkLst>
          </pc:spChg>
        </pc:sldLayoutChg>
        <pc:sldLayoutChg chg="modSp del mod ord">
          <pc:chgData name="Travis Rose" userId="ae0465b461024fd3" providerId="LiveId" clId="{DE204AF9-4C08-4921-83CB-D732892F22D0}" dt="2026-08-20T18:18:16.971" v="2" actId="26606"/>
          <pc:sldLayoutMkLst>
            <pc:docMk/>
            <pc:sldMasterMk cId="3102720653" sldId="2147483648"/>
            <pc:sldLayoutMk cId="2460226783" sldId="2147483658"/>
          </pc:sldLayoutMkLst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2460226783" sldId="2147483658"/>
              <ac:spMk id="2" creationId="{A03CCDFD-3ABF-8D7E-70FC-881E6AAE9DEE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2460226783" sldId="2147483658"/>
              <ac:spMk id="3" creationId="{56A16875-780B-EA3B-BE7F-938477631E37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2460226783" sldId="2147483658"/>
              <ac:spMk id="4" creationId="{54740EF2-83C6-0936-11E7-82C959249E6E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2460226783" sldId="2147483658"/>
              <ac:spMk id="5" creationId="{C4D7C091-87B7-3694-5533-873AB7C67EA4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2460226783" sldId="2147483658"/>
              <ac:spMk id="6" creationId="{DFF7E3D5-EDBF-9970-1B4C-09C0C0221A29}"/>
            </ac:spMkLst>
          </pc:spChg>
        </pc:sldLayoutChg>
        <pc:sldLayoutChg chg="modSp del mod ord">
          <pc:chgData name="Travis Rose" userId="ae0465b461024fd3" providerId="LiveId" clId="{DE204AF9-4C08-4921-83CB-D732892F22D0}" dt="2026-08-20T18:18:16.971" v="2" actId="26606"/>
          <pc:sldLayoutMkLst>
            <pc:docMk/>
            <pc:sldMasterMk cId="3102720653" sldId="2147483648"/>
            <pc:sldLayoutMk cId="1780560021" sldId="2147483659"/>
          </pc:sldLayoutMkLst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780560021" sldId="2147483659"/>
              <ac:spMk id="2" creationId="{53C827A0-F630-8E0C-48A0-DD96660D4660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780560021" sldId="2147483659"/>
              <ac:spMk id="3" creationId="{F9167B6A-92C1-2CCC-772C-22B8428D0610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780560021" sldId="2147483659"/>
              <ac:spMk id="4" creationId="{0BBC5FCB-24AC-ED9A-8BF7-94DF53E4D443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780560021" sldId="2147483659"/>
              <ac:spMk id="5" creationId="{65C1C9CF-F5F1-2F2E-CCAA-028511C9E053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780560021" sldId="2147483659"/>
              <ac:spMk id="6" creationId="{8DDE691A-B7DC-2677-DF93-64D02E974128}"/>
            </ac:spMkLst>
          </pc:spChg>
        </pc:sldLayoutChg>
        <pc:sldLayoutChg chg="modSp del mod ord">
          <pc:chgData name="Travis Rose" userId="ae0465b461024fd3" providerId="LiveId" clId="{DE204AF9-4C08-4921-83CB-D732892F22D0}" dt="2026-08-20T18:18:16.971" v="2" actId="26606"/>
          <pc:sldLayoutMkLst>
            <pc:docMk/>
            <pc:sldMasterMk cId="3102720653" sldId="2147483648"/>
            <pc:sldLayoutMk cId="1046421215" sldId="2147483661"/>
          </pc:sldLayoutMkLst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046421215" sldId="2147483661"/>
              <ac:spMk id="2" creationId="{BF659644-46B4-63BB-9FBD-C8F1D638806A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046421215" sldId="2147483661"/>
              <ac:spMk id="3" creationId="{E6FBBF49-EA61-5CA1-416E-70E36C6AF340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046421215" sldId="2147483661"/>
              <ac:spMk id="4" creationId="{1743E6E0-426F-59D3-8ED0-DA996664B9CE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046421215" sldId="2147483661"/>
              <ac:spMk id="5" creationId="{EBE3A2EE-922C-B094-E9FA-BA4261E18A1B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046421215" sldId="2147483661"/>
              <ac:spMk id="6" creationId="{D1D190EF-FFD2-6C04-F184-46D7DC0D4EF6}"/>
            </ac:spMkLst>
          </pc:spChg>
        </pc:sldLayoutChg>
        <pc:sldLayoutChg chg="modSp del mod ord">
          <pc:chgData name="Travis Rose" userId="ae0465b461024fd3" providerId="LiveId" clId="{DE204AF9-4C08-4921-83CB-D732892F22D0}" dt="2026-08-20T18:18:16.971" v="2" actId="26606"/>
          <pc:sldLayoutMkLst>
            <pc:docMk/>
            <pc:sldMasterMk cId="3102720653" sldId="2147483648"/>
            <pc:sldLayoutMk cId="1262780152" sldId="2147483662"/>
          </pc:sldLayoutMkLst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262780152" sldId="2147483662"/>
              <ac:spMk id="2" creationId="{5E6B8748-AFC6-BCE5-3737-EB4C0B2199AD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262780152" sldId="2147483662"/>
              <ac:spMk id="3" creationId="{79522596-4E81-3D57-B13A-A93B9A29BC8F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262780152" sldId="2147483662"/>
              <ac:spMk id="4" creationId="{880B9F45-DF61-DE27-856B-2CF93F62B9CB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262780152" sldId="2147483662"/>
              <ac:spMk id="5" creationId="{A64488AF-4C87-7BC8-7C3F-8973F58B66A3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262780152" sldId="2147483662"/>
              <ac:spMk id="6" creationId="{783B2623-4B90-C820-69BA-F72D5DD04D37}"/>
            </ac:spMkLst>
          </pc:spChg>
        </pc:sldLayoutChg>
        <pc:sldLayoutChg chg="modSp del mod ord">
          <pc:chgData name="Travis Rose" userId="ae0465b461024fd3" providerId="LiveId" clId="{DE204AF9-4C08-4921-83CB-D732892F22D0}" dt="2026-08-20T18:18:16.971" v="2" actId="26606"/>
          <pc:sldLayoutMkLst>
            <pc:docMk/>
            <pc:sldMasterMk cId="3102720653" sldId="2147483648"/>
            <pc:sldLayoutMk cId="139741882" sldId="2147483663"/>
          </pc:sldLayoutMkLst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39741882" sldId="2147483663"/>
              <ac:spMk id="2" creationId="{C4223F27-8D7E-B280-5D96-8E8D870E8D7D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39741882" sldId="2147483663"/>
              <ac:spMk id="3" creationId="{AB828CF1-95B9-F0D9-50D6-FA55EF8AE2A7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39741882" sldId="2147483663"/>
              <ac:spMk id="4" creationId="{C4771EB1-C546-D182-7638-985FC279E63D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39741882" sldId="2147483663"/>
              <ac:spMk id="5" creationId="{CBFF80CF-FF5F-3E33-0CCE-68630666E274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139741882" sldId="2147483663"/>
              <ac:spMk id="6" creationId="{C73B6D68-AB4D-1BD9-2DD8-596A7319C586}"/>
            </ac:spMkLst>
          </pc:spChg>
        </pc:sldLayoutChg>
        <pc:sldLayoutChg chg="modSp del mod ord">
          <pc:chgData name="Travis Rose" userId="ae0465b461024fd3" providerId="LiveId" clId="{DE204AF9-4C08-4921-83CB-D732892F22D0}" dt="2026-08-20T18:18:16.971" v="2" actId="26606"/>
          <pc:sldLayoutMkLst>
            <pc:docMk/>
            <pc:sldMasterMk cId="3102720653" sldId="2147483648"/>
            <pc:sldLayoutMk cId="2933363115" sldId="2147483664"/>
          </pc:sldLayoutMkLst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2933363115" sldId="2147483664"/>
              <ac:spMk id="2" creationId="{F8DA5A0A-75E9-4202-2602-C2C7E28CACA5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2933363115" sldId="2147483664"/>
              <ac:spMk id="3" creationId="{E3F107E1-1EF5-7598-8E04-AB01F8719623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2933363115" sldId="2147483664"/>
              <ac:spMk id="4" creationId="{5325BFEC-8674-B632-186D-C38DC7827834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2933363115" sldId="2147483664"/>
              <ac:spMk id="5" creationId="{935DBB52-8F56-E81B-3AE0-BC861635D19D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2933363115" sldId="2147483664"/>
              <ac:spMk id="6" creationId="{51C85E24-17AF-43A5-1B67-00F58CBB4106}"/>
            </ac:spMkLst>
          </pc:spChg>
          <pc:spChg chg="mod">
            <ac:chgData name="Travis Rose" userId="ae0465b461024fd3" providerId="LiveId" clId="{DE204AF9-4C08-4921-83CB-D732892F22D0}" dt="2026-08-20T18:18:16.971" v="2" actId="26606"/>
            <ac:spMkLst>
              <pc:docMk/>
              <pc:sldMasterMk cId="3102720653" sldId="2147483648"/>
              <pc:sldLayoutMk cId="2933363115" sldId="2147483664"/>
              <ac:spMk id="7" creationId="{CC8669C2-9167-CB6D-C218-67AB28A17AC0}"/>
            </ac:spMkLst>
          </pc:spChg>
        </pc:sldLayoutChg>
      </pc:sldMasterChg>
      <pc:sldMasterChg chg="del replId modSldLayout sldLayoutOrd">
        <pc:chgData name="Travis Rose" userId="ae0465b461024fd3" providerId="LiveId" clId="{DE204AF9-4C08-4921-83CB-D732892F22D0}" dt="2026-08-20T18:18:16.971" v="2" actId="26606"/>
        <pc:sldMasterMkLst>
          <pc:docMk/>
          <pc:sldMasterMk cId="3102720653" sldId="2147483660"/>
        </pc:sldMasterMkLst>
        <pc:sldLayoutChg chg="replId">
          <pc:chgData name="Travis Rose" userId="ae0465b461024fd3" providerId="LiveId" clId="{DE204AF9-4C08-4921-83CB-D732892F22D0}" dt="2026-08-20T18:18:16.373" v="1" actId="26606"/>
          <pc:sldLayoutMkLst>
            <pc:docMk/>
            <pc:sldMasterMk cId="3102720653" sldId="2147483648"/>
            <pc:sldLayoutMk cId="1046421215" sldId="2147483661"/>
          </pc:sldLayoutMkLst>
        </pc:sldLayoutChg>
        <pc:sldLayoutChg chg="replId">
          <pc:chgData name="Travis Rose" userId="ae0465b461024fd3" providerId="LiveId" clId="{DE204AF9-4C08-4921-83CB-D732892F22D0}" dt="2026-08-20T18:18:16.373" v="1" actId="26606"/>
          <pc:sldLayoutMkLst>
            <pc:docMk/>
            <pc:sldMasterMk cId="3102720653" sldId="2147483648"/>
            <pc:sldLayoutMk cId="1262780152" sldId="2147483662"/>
          </pc:sldLayoutMkLst>
        </pc:sldLayoutChg>
        <pc:sldLayoutChg chg="replId">
          <pc:chgData name="Travis Rose" userId="ae0465b461024fd3" providerId="LiveId" clId="{DE204AF9-4C08-4921-83CB-D732892F22D0}" dt="2026-08-20T18:18:16.373" v="1" actId="26606"/>
          <pc:sldLayoutMkLst>
            <pc:docMk/>
            <pc:sldMasterMk cId="3102720653" sldId="2147483648"/>
            <pc:sldLayoutMk cId="139741882" sldId="2147483663"/>
          </pc:sldLayoutMkLst>
        </pc:sldLayoutChg>
        <pc:sldLayoutChg chg="replId">
          <pc:chgData name="Travis Rose" userId="ae0465b461024fd3" providerId="LiveId" clId="{DE204AF9-4C08-4921-83CB-D732892F22D0}" dt="2026-08-20T18:18:16.373" v="1" actId="26606"/>
          <pc:sldLayoutMkLst>
            <pc:docMk/>
            <pc:sldMasterMk cId="3102720653" sldId="2147483648"/>
            <pc:sldLayoutMk cId="2933363115" sldId="214748366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60020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82296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2720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500" dirty="0">
                <a:solidFill>
                  <a:srgbClr val="8FB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TRAVIS'S PLAN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6002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F2F6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My Eight-Year Education Plan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49808" y="2926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Transparent. Intentional. Adaptive over time.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49808" y="340156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public path from part-time undergraduate study to a master's degree over eight to ten years — financially realistic, publicly accountable, and free of private student loan debt.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49808" y="4407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Travis  ·  Marysville, WA  ·  Published August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2F6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Why this plan is public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463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FB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1371600" cy="27432"/>
          </a:xfrm>
          <a:prstGeom prst="rect">
            <a:avLst/>
          </a:prstGeom>
          <a:solidFill>
            <a:srgbClr val="8FB2FF">
              <a:alpha val="70000"/>
            </a:srgbClr>
          </a:solidFill>
          <a:ln w="12700">
            <a:solidFill>
              <a:srgbClr val="8FB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20700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plans are easy to abandon. Public ones create accountability.</a:t>
            </a:r>
            <a:endParaRPr lang="en-US" sz="1600" dirty="0"/>
          </a:p>
        </p:txBody>
      </p:sp>
      <p:sp>
        <p:nvSpPr>
          <p:cNvPr id="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83080"/>
            <a:ext cx="2468880" cy="2057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" y="1965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map, not highlights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248716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Anyone following this journey gets the whole path: the financing, the income sources, and the architecture that sustains it.</a:t>
            </a:r>
            <a:endParaRPr lang="en-US" sz="1100" dirty="0"/>
          </a:p>
        </p:txBody>
      </p:sp>
      <p:sp>
        <p:nvSpPr>
          <p:cNvPr id="9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55848" y="1783080"/>
            <a:ext cx="2468880" cy="2057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584448" y="1965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Transparency about money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84448" y="248716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Openness about paying for school — especially for nontraditional students — is still rare. It shouldn't be.</a:t>
            </a:r>
            <a:endParaRPr lang="en-US" sz="1100" dirty="0"/>
          </a:p>
        </p:txBody>
      </p:sp>
      <p:sp>
        <p:nvSpPr>
          <p:cNvPr id="1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3328" y="1783080"/>
            <a:ext cx="2468880" cy="2057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81928" y="1965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to guidance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81928" y="2487168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Written for curriculum leaders, business heads, educators, finance partners, sponsors, platform collaborators, and observers.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2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a working map — reviewed, challenged, and updated in the open as conditions change.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2F6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Academic timeline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463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FB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PLANNING MODEL, NOT A RIGID PROMISE</a:t>
            </a:r>
            <a:endParaRPr lang="en-US" sz="10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1371600" cy="27432"/>
          </a:xfrm>
          <a:prstGeom prst="rect">
            <a:avLst/>
          </a:prstGeom>
          <a:solidFill>
            <a:srgbClr val="8FB2FF">
              <a:alpha val="70000"/>
            </a:srgbClr>
          </a:solidFill>
          <a:ln w="12700">
            <a:solidFill>
              <a:srgbClr val="8FB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imelin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572768"/>
            <a:ext cx="7827264" cy="18288"/>
          </a:xfrm>
          <a:prstGeom prst="rect">
            <a:avLst/>
          </a:prstGeom>
          <a:solidFill>
            <a:srgbClr val="8FB2FF">
              <a:alpha val="45000"/>
            </a:srgbClr>
          </a:solidFill>
          <a:ln w="12700">
            <a:solidFill>
              <a:srgbClr val="8FB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imelin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1463040"/>
            <a:ext cx="219456" cy="219456"/>
          </a:xfrm>
          <a:prstGeom prst="ellipse">
            <a:avLst/>
          </a:prstGeom>
          <a:solidFill>
            <a:srgbClr val="F3D9A4"/>
          </a:solidFill>
          <a:ln w="12700">
            <a:solidFill>
              <a:srgbClr val="F3D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Years 1–2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359152"/>
            <a:ext cx="1463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Part-time, 6–9 credits per semester at community college. Protects Pell eligibility, supports income continuity, builds academic habits.</a:t>
            </a:r>
            <a:endParaRPr lang="en-US" sz="950" dirty="0"/>
          </a:p>
        </p:txBody>
      </p:sp>
      <p:sp>
        <p:nvSpPr>
          <p:cNvPr id="10" name="Timelin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67712" y="1463040"/>
            <a:ext cx="219456" cy="219456"/>
          </a:xfrm>
          <a:prstGeom prst="ellipse">
            <a:avLst/>
          </a:prstGeom>
          <a:solidFill>
            <a:srgbClr val="F3D9A4"/>
          </a:solidFill>
          <a:ln w="12700">
            <a:solidFill>
              <a:srgbClr val="F3D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249424" y="17830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Years 3–4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49424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Acceleration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49424" y="2359152"/>
            <a:ext cx="1463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up to half-time as systems stabilize. Target transferable credits, discipline prerequisites, and GPA protection.</a:t>
            </a:r>
            <a:endParaRPr lang="en-US" sz="950" dirty="0"/>
          </a:p>
        </p:txBody>
      </p:sp>
      <p:sp>
        <p:nvSpPr>
          <p:cNvPr id="14" name="Timelin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58768" y="1463040"/>
            <a:ext cx="219456" cy="219456"/>
          </a:xfrm>
          <a:prstGeom prst="ellipse">
            <a:avLst/>
          </a:prstGeom>
          <a:solidFill>
            <a:srgbClr val="F3D9A4"/>
          </a:solidFill>
          <a:ln w="12700">
            <a:solidFill>
              <a:srgbClr val="F3D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0" y="17830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5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40480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2359152"/>
            <a:ext cx="1463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a regionally accredited four-year university as a junior with a clean transfer package and a clear degree pathway.</a:t>
            </a:r>
            <a:endParaRPr lang="en-US" sz="950" dirty="0"/>
          </a:p>
        </p:txBody>
      </p:sp>
      <p:sp>
        <p:nvSpPr>
          <p:cNvPr id="18" name="Timelin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9824" y="1463040"/>
            <a:ext cx="219456" cy="219456"/>
          </a:xfrm>
          <a:prstGeom prst="ellipse">
            <a:avLst/>
          </a:prstGeom>
          <a:solidFill>
            <a:srgbClr val="F3D9A4"/>
          </a:solidFill>
          <a:ln w="12700">
            <a:solidFill>
              <a:srgbClr val="F3D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31536" y="17830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Years 6–7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31536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Upper-division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31536" y="2359152"/>
            <a:ext cx="1463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focus on the bachelor's. Pell may taper, so earned income and institutional aid carry more weight. No private loan debt.</a:t>
            </a:r>
            <a:endParaRPr lang="en-US" sz="950" dirty="0"/>
          </a:p>
        </p:txBody>
      </p:sp>
      <p:sp>
        <p:nvSpPr>
          <p:cNvPr id="22" name="Timeline nod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0880" y="1463040"/>
            <a:ext cx="219456" cy="219456"/>
          </a:xfrm>
          <a:prstGeom prst="ellipse">
            <a:avLst/>
          </a:prstGeom>
          <a:solidFill>
            <a:srgbClr val="F3D9A4"/>
          </a:solidFill>
          <a:ln w="12700">
            <a:solidFill>
              <a:srgbClr val="F3D9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022592" y="17830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8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022592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Graduate entry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22592" y="2359152"/>
            <a:ext cx="1463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a master's program with a portfolio from WakeForms, pursuing an assistantship, employer benefit, or graduate aid.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58368" y="4206240"/>
            <a:ext cx="7827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FB2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phase is reviewed and adjusted as transfer requirements, funding, work capacity, and sponsorship potential change.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2F6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Pell Grant pacing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463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FB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STEWARDSHIP, NOT A HACK</a:t>
            </a:r>
            <a:endParaRPr lang="en-US" sz="10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1371600" cy="27432"/>
          </a:xfrm>
          <a:prstGeom prst="rect">
            <a:avLst/>
          </a:prstGeom>
          <a:solidFill>
            <a:srgbClr val="8FB2FF">
              <a:alpha val="70000"/>
            </a:srgbClr>
          </a:solidFill>
          <a:ln w="12700">
            <a:solidFill>
              <a:srgbClr val="8FB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Lifetime Pell eligibility is capped at the equivalent of 12 full-time semesters. Enrollment pace is matched to financial stability instead of rushing through aid before the plan can support itself.</a:t>
            </a:r>
            <a:endParaRPr lang="en-US" sz="1250" dirty="0"/>
          </a:p>
        </p:txBody>
      </p:sp>
      <p:sp>
        <p:nvSpPr>
          <p:cNvPr id="6" name="Row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48840"/>
            <a:ext cx="41148" cy="548640"/>
          </a:xfrm>
          <a:prstGeom prst="rect">
            <a:avLst/>
          </a:prstGeom>
          <a:solidFill>
            <a:srgbClr val="8FB2FF"/>
          </a:solidFill>
          <a:ln w="12700">
            <a:solidFill>
              <a:srgbClr val="8FB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1488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Early years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48840" y="2130552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Part-time enrollment minimizes per-semester drawdown while financial and operational stability is built.</a:t>
            </a:r>
            <a:endParaRPr lang="en-US" sz="1050" dirty="0"/>
          </a:p>
        </p:txBody>
      </p:sp>
      <p:sp>
        <p:nvSpPr>
          <p:cNvPr id="9" name="Row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807208"/>
            <a:ext cx="41148" cy="548640"/>
          </a:xfrm>
          <a:prstGeom prst="rect">
            <a:avLst/>
          </a:prstGeom>
          <a:solidFill>
            <a:srgbClr val="8FB2FF"/>
          </a:solidFill>
          <a:ln w="12700">
            <a:solidFill>
              <a:srgbClr val="8FB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8072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Mid-years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48840" y="2788920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Half-time enrollment draws the grant at 50% of the scheduled award per term, stretching eligibility across more semesters.</a:t>
            </a:r>
            <a:endParaRPr lang="en-US" sz="1050" dirty="0"/>
          </a:p>
        </p:txBody>
      </p:sp>
      <p:sp>
        <p:nvSpPr>
          <p:cNvPr id="12" name="Row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465576"/>
            <a:ext cx="41148" cy="548640"/>
          </a:xfrm>
          <a:prstGeom prst="rect">
            <a:avLst/>
          </a:prstGeom>
          <a:solidFill>
            <a:srgbClr val="8FB2FF"/>
          </a:solidFill>
          <a:ln w="12700">
            <a:solidFill>
              <a:srgbClr val="8FB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346557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Later years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48840" y="3447288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Eligibility may be largely consumed by upper-division; reliance shifts to earned income, institutional scholarships, and assistantships.</a:t>
            </a:r>
            <a:endParaRPr lang="en-US" sz="1050" dirty="0"/>
          </a:p>
        </p:txBody>
      </p:sp>
      <p:sp>
        <p:nvSpPr>
          <p:cNvPr id="15" name="Row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123944"/>
            <a:ext cx="41148" cy="548640"/>
          </a:xfrm>
          <a:prstGeom prst="rect">
            <a:avLst/>
          </a:prstGeom>
          <a:solidFill>
            <a:srgbClr val="8FB2FF"/>
          </a:solidFill>
          <a:ln w="12700">
            <a:solidFill>
              <a:srgbClr val="8FB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1239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Graduate phase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48840" y="4105656"/>
            <a:ext cx="3200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Pell does not cover graduate study — financed through work, assistantships, and grant or fellowship applications.</a:t>
            </a:r>
            <a:endParaRPr lang="en-US" sz="105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0" y="1188720"/>
            <a:ext cx="2770632" cy="35204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0" y="1508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F3D9A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12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5943600" y="2286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F2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full-time semesters of lifetime Pell eligibility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0" y="306324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not a hack — it is responsible stewardship of a public resource I qualify for and intend to use exactly as intended.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2F6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Income-sourcing strategy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463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FB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PRIVATE STUDENT LOAN DEBT</a:t>
            </a:r>
            <a:endParaRPr lang="en-US" sz="10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1371600" cy="27432"/>
          </a:xfrm>
          <a:prstGeom prst="rect">
            <a:avLst/>
          </a:prstGeom>
          <a:solidFill>
            <a:srgbClr val="8FB2FF">
              <a:alpha val="70000"/>
            </a:srgbClr>
          </a:solidFill>
          <a:ln w="12700">
            <a:solidFill>
              <a:srgbClr val="8FB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7827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boundary shapes every financial decision in this plan.</a:t>
            </a:r>
            <a:endParaRPr lang="en-US" sz="1400" dirty="0"/>
          </a:p>
        </p:txBody>
      </p:sp>
      <p:sp>
        <p:nvSpPr>
          <p:cNvPr id="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600200"/>
            <a:ext cx="2468880" cy="129844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" y="17282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FB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59536" y="194767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WakeForms (primary)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59536" y="2221992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 companion architecture platform. Revenue from subscriptions, consulting, and deployments funds living expenses and tuition gaps.</a:t>
            </a:r>
            <a:endParaRPr lang="en-US" sz="950" dirty="0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55848" y="1600200"/>
            <a:ext cx="2468880" cy="129844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57016" y="17282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FB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57016" y="194767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Freelance &amp; contract work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57016" y="2221992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services delivered remotely and asynchronously, compatible with a student schedule.</a:t>
            </a:r>
            <a:endParaRPr lang="en-US" sz="950" dirty="0"/>
          </a:p>
        </p:txBody>
      </p:sp>
      <p:sp>
        <p:nvSpPr>
          <p:cNvPr id="1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3328" y="1600200"/>
            <a:ext cx="2468880" cy="129844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54496" y="172821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FB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54496" y="194767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Federal aid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54496" y="2221992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Pell first, always. If a subsidized federal loan becomes necessary, borrow the minimum and document repayment before borrowing.</a:t>
            </a:r>
            <a:endParaRPr lang="en-US" sz="950" dirty="0"/>
          </a:p>
        </p:txBody>
      </p:sp>
      <p:sp>
        <p:nvSpPr>
          <p:cNvPr id="1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81528"/>
            <a:ext cx="2468880" cy="129844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9536" y="32095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FB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9536" y="342900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Institutional aid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59536" y="3703320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Merit and need-based scholarships pursued at every institution attended — a standing item in the annual planning cycle.</a:t>
            </a:r>
            <a:endParaRPr lang="en-US" sz="950" dirty="0"/>
          </a:p>
        </p:txBody>
      </p:sp>
      <p:sp>
        <p:nvSpPr>
          <p:cNvPr id="22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55848" y="3081528"/>
            <a:ext cx="2468880" cy="129844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57016" y="320954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FB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57016" y="342900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F2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Sponsors </a:t>
            </a:r>
            <a:r>
              <a:rPr lang="en-US" sz="1250" b="1" dirty="0">
                <a:solidFill>
                  <a:srgbClr val="F2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</a:t>
            </a:r>
            <a:r>
              <a:rPr lang="en-US" sz="1250" b="1">
                <a:solidFill>
                  <a:srgbClr val="F2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investors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57016" y="3703320"/>
            <a:ext cx="20848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Aligned </a:t>
            </a:r>
            <a:r>
              <a:rPr lang="en-US" sz="95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partners</a:t>
            </a:r>
            <a:r>
              <a:rPr lang="en-US" sz="9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95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sponsors</a:t>
            </a:r>
            <a:r>
              <a:rPr lang="en-US" sz="9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</a:t>
            </a:r>
            <a:r>
              <a:rPr lang="en-US" sz="95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or individual investors —</a:t>
            </a:r>
            <a:r>
              <a:rPr lang="en-US" sz="9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possible joint-income source, never a guarantee.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53328" y="3127248"/>
            <a:ext cx="256032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tuition dollar should be earned, qualified for, </a:t>
            </a:r>
            <a:r>
              <a:rPr lang="en-US" sz="120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invested</a:t>
            </a:r>
            <a:r>
              <a:rPr lang="en-US" sz="1200" dirty="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through genuine alignment, or supported by transparent aid.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2F6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WakeForms — more than a side project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463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FB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COMPANION ARCHITECTURE</a:t>
            </a:r>
            <a:endParaRPr lang="en-US" sz="10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1371600" cy="27432"/>
          </a:xfrm>
          <a:prstGeom prst="rect">
            <a:avLst/>
          </a:prstGeom>
          <a:solidFill>
            <a:srgbClr val="8FB2FF">
              <a:alpha val="70000"/>
            </a:srgbClr>
          </a:solidFill>
          <a:ln w="12700">
            <a:solidFill>
              <a:srgbClr val="8FB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188720"/>
            <a:ext cx="7827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system designed to handle structured data collection, routing, and workflow management in contexts standard form tools don't serve well.</a:t>
            </a:r>
            <a:endParaRPr lang="en-US" sz="1250" dirty="0"/>
          </a:p>
        </p:txBody>
      </p:sp>
      <p:sp>
        <p:nvSpPr>
          <p:cNvPr id="6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28800"/>
            <a:ext cx="246888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28800"/>
            <a:ext cx="2468880" cy="41148"/>
          </a:xfrm>
          <a:prstGeom prst="rect">
            <a:avLst/>
          </a:prstGeom>
          <a:solidFill>
            <a:srgbClr val="F3D9A4">
              <a:alpha val="75000"/>
            </a:srgbClr>
          </a:solidFill>
          <a:ln w="12700">
            <a:solidFill>
              <a:srgbClr val="F3D9A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86968" y="20299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Income engine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86968" y="25146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active, deployable product. Revenue directly subsidizes tuition and living costs throughout the journey.</a:t>
            </a:r>
            <a:endParaRPr lang="en-US" sz="1050" dirty="0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55848" y="1828800"/>
            <a:ext cx="246888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55848" y="1828800"/>
            <a:ext cx="2468880" cy="41148"/>
          </a:xfrm>
          <a:prstGeom prst="rect">
            <a:avLst/>
          </a:prstGeom>
          <a:solidFill>
            <a:srgbClr val="F3D9A4">
              <a:alpha val="75000"/>
            </a:srgbClr>
          </a:solidFill>
          <a:ln w="12700">
            <a:solidFill>
              <a:srgbClr val="F3D9A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84448" y="20299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credentialing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84448" y="25146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year building it is a year of applied, documented technical experience. I arrive with a portfolio, not just a transcript.</a:t>
            </a:r>
            <a:endParaRPr lang="en-US" sz="1050" dirty="0"/>
          </a:p>
        </p:txBody>
      </p:sp>
      <p:sp>
        <p:nvSpPr>
          <p:cNvPr id="1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3328" y="1828800"/>
            <a:ext cx="2468880" cy="16916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53328" y="1828800"/>
            <a:ext cx="2468880" cy="41148"/>
          </a:xfrm>
          <a:prstGeom prst="rect">
            <a:avLst/>
          </a:prstGeom>
          <a:solidFill>
            <a:srgbClr val="F3D9A4">
              <a:alpha val="75000"/>
            </a:srgbClr>
          </a:solidFill>
          <a:ln w="12700">
            <a:solidFill>
              <a:srgbClr val="F3D9A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81928" y="20299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integration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81928" y="25146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Coursework informs the product; the product grounds coursework in real applications.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3749040"/>
            <a:ext cx="7827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WakeForms is not a distraction from school — it is the reason I can afford to go. It is treated as an adaptive architecture, free to expand, narrow, pivot, or connect with partners as the decade reveals new use cases.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>
                <a:solidFill>
                  <a:srgbClr val="F2F6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Sponsors</a:t>
            </a:r>
            <a:r>
              <a:rPr lang="en-US" sz="2800" dirty="0">
                <a:solidFill>
                  <a:srgbClr val="F2F6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, </a:t>
            </a:r>
            <a:r>
              <a:rPr lang="en-US" sz="2800">
                <a:solidFill>
                  <a:srgbClr val="F2F6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investors</a:t>
            </a:r>
            <a:r>
              <a:rPr lang="en-US" sz="2800" dirty="0">
                <a:solidFill>
                  <a:srgbClr val="F2F6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, and aligned partnerships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463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FB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OPEN, TESTED, NEVER ASSUMED</a:t>
            </a:r>
            <a:endParaRPr lang="en-US" sz="1000" dirty="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1371600" cy="27432"/>
          </a:xfrm>
          <a:prstGeom prst="rect">
            <a:avLst/>
          </a:prstGeom>
          <a:solidFill>
            <a:srgbClr val="8FB2FF">
              <a:alpha val="70000"/>
            </a:srgbClr>
          </a:solidFill>
          <a:ln w="12700">
            <a:solidFill>
              <a:srgbClr val="8FB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5074920" cy="96926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alignment fits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68249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Sponsorships, platform support</a:t>
            </a:r>
            <a:r>
              <a:rPr lang="en-US" sz="105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backing from private or individual investors</a:t>
            </a:r>
            <a:r>
              <a:rPr lang="en-US" sz="10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are welcome when they genuinely fit the education path and the community observing the work.</a:t>
            </a:r>
            <a:endParaRPr lang="en-US" sz="1050" dirty="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6"/>
            <a:ext cx="5074920" cy="96926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532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creation channels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79806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Twitch and Instagram projects serve as income-sourcing, sponsorship, documentation, and community-building channels alongside the academic path.</a:t>
            </a:r>
            <a:endParaRPr lang="en-US" sz="1050" dirty="0"/>
          </a:p>
        </p:txBody>
      </p:sp>
      <p:sp>
        <p:nvSpPr>
          <p:cNvPr id="1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29584"/>
            <a:ext cx="5074920" cy="96926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6484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boundary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91363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Sponsorship </a:t>
            </a:r>
            <a:r>
              <a:rPr lang="en-US" sz="105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investment are </a:t>
            </a:r>
            <a:r>
              <a:rPr lang="en-US" sz="10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possible joint-income </a:t>
            </a:r>
            <a:r>
              <a:rPr lang="en-US" sz="105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 </a:t>
            </a:r>
            <a:r>
              <a:rPr lang="en-US" sz="10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</a:t>
            </a:r>
            <a:r>
              <a:rPr lang="en-US" sz="105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</a:t>
            </a:r>
            <a:r>
              <a:rPr lang="en-US" sz="10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guarantee, and </a:t>
            </a:r>
            <a:r>
              <a:rPr lang="en-US" sz="105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</a:t>
            </a:r>
            <a:r>
              <a:rPr lang="en-US" sz="10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replacement for earned income, public aid, or careful planning.</a:t>
            </a:r>
            <a:endParaRPr lang="en-US" sz="1050" dirty="0"/>
          </a:p>
        </p:txBody>
      </p:sp>
      <p:sp>
        <p:nvSpPr>
          <p:cNvPr id="1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298448"/>
            <a:ext cx="2496312" cy="298094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157276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2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dynamic field, not a fixed object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2240280"/>
            <a:ext cx="20391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plan is not a star treated as visually constant from a distance. Its value depends on duration, perspective, participation, and the number of explorable ideas we are willing to test responsibly over time.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3840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>
                <a:solidFill>
                  <a:srgbClr val="F2F6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What a return could look like</a:t>
            </a:r>
            <a:endParaRPr lang="en-US" sz="2800"/>
          </a:p>
        </p:txBody>
      </p:sp>
      <p:sp>
        <p:nvSpPr>
          <p:cNvPr id="3" name="Text 1"/>
          <p:cNvSpPr/>
          <p:nvPr/>
        </p:nvSpPr>
        <p:spPr>
          <a:xfrm>
            <a:off x="658368" y="146304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>
                <a:solidFill>
                  <a:srgbClr val="8FB2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HYPOTHETICAL, NEGOTIABLE, ADAPTIVE</a:t>
            </a:r>
            <a:endParaRPr lang="en-US" sz="1000"/>
          </a:p>
        </p:txBody>
      </p:sp>
      <p:sp>
        <p:nvSpPr>
          <p:cNvPr id="4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1371600" cy="27432"/>
          </a:xfrm>
          <a:prstGeom prst="rect">
            <a:avLst/>
          </a:prstGeom>
          <a:solidFill>
            <a:srgbClr val="8FB2FF">
              <a:alpha val="70000"/>
            </a:srgbClr>
          </a:solidFill>
          <a:ln w="12700">
            <a:solidFill>
              <a:srgbClr val="8FB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5074920" cy="96926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Possible return paths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914400" y="168249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only: a share of WakeForms revenue, a small equity position, credited sponsorship, or agreed repayment.</a:t>
            </a:r>
            <a:endParaRPr lang="en-US" sz="1050"/>
          </a:p>
        </p:txBody>
      </p:sp>
      <p:sp>
        <p:nvSpPr>
          <p:cNvPr id="8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6"/>
            <a:ext cx="5074920" cy="96926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5328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is negotiable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914400" y="279806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Structure, timing, amount, and recognition are all open to discussion — including ideas not listed here. Nothing is fixed before a conversation.</a:t>
            </a:r>
            <a:endParaRPr lang="en-US" sz="1050"/>
          </a:p>
        </p:txBody>
      </p:sp>
      <p:sp>
        <p:nvSpPr>
          <p:cNvPr id="11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29584"/>
            <a:ext cx="5074920" cy="96926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6484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Directional input welcome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914400" y="391363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Investors and educators are welcome to nudge the field of study, coursework focus, or credential path where their expertise sees stronger long-term value.</a:t>
            </a:r>
            <a:endParaRPr lang="en-US" sz="1050"/>
          </a:p>
        </p:txBody>
      </p:sp>
      <p:sp>
        <p:nvSpPr>
          <p:cNvPr id="1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89320" y="1298448"/>
            <a:ext cx="2496312" cy="2980944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1572768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>
                <a:solidFill>
                  <a:srgbClr val="F2F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Illustrative, not an offer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6217920" y="2240280"/>
            <a:ext cx="20391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figure and structure here is a hypothetical example for discussion — not a guarantee, and not a solicitation. Terms would be reviewed and renegotiated as the plan, the platform, and the coursework evolve.</a:t>
            </a:r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8229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2F6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An invitation for the next decade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49808" y="17830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here is set in stone. I'm open to suggestions, challenges</a:t>
            </a:r>
            <a:r>
              <a:rPr lang="en-US" sz="130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sponsorship, individual investment</a:t>
            </a:r>
            <a:r>
              <a:rPr lang="en-US" sz="130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collaboration from anyone who sees possibilities I may not yet see.</a:t>
            </a:r>
            <a:r>
              <a:rPr lang="en-US" sz="130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Start a conversation on LinkedIn or by email.</a:t>
            </a:r>
            <a:endParaRPr lang="en-US" sz="1300" dirty="0"/>
          </a:p>
        </p:txBody>
      </p:sp>
      <p:sp>
        <p:nvSpPr>
          <p:cNvPr id="4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2578608"/>
            <a:ext cx="1755648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 &amp; challenge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14400" y="2980944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Curriculum leaders</a:t>
            </a:r>
            <a:r>
              <a:rPr lang="en-US" sz="95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educators,</a:t>
            </a:r>
            <a:r>
              <a:rPr lang="en-US" sz="9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r>
              <a:rPr lang="en-US" sz="95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observers</a:t>
            </a:r>
            <a:endParaRPr lang="en-US" sz="950" dirty="0"/>
          </a:p>
        </p:txBody>
      </p:sp>
      <p:sp>
        <p:nvSpPr>
          <p:cNvPr id="7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88336" y="2578608"/>
            <a:ext cx="1755648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52928" y="269748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 &amp; advise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52928" y="2980944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partners and institutions</a:t>
            </a:r>
            <a:endParaRPr lang="en-US" sz="950" dirty="0"/>
          </a:p>
        </p:txBody>
      </p:sp>
      <p:sp>
        <p:nvSpPr>
          <p:cNvPr id="10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26864" y="2578608"/>
            <a:ext cx="1755648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91456" y="269748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Sponsor &amp; </a:t>
            </a:r>
            <a:r>
              <a:rPr lang="en-US" sz="1150" b="1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91456" y="2980944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Sponsors</a:t>
            </a:r>
            <a:r>
              <a:rPr lang="en-US" sz="95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investors,</a:t>
            </a:r>
            <a:r>
              <a:rPr lang="en-US" sz="950" dirty="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platform partners</a:t>
            </a:r>
            <a:endParaRPr lang="en-US" sz="950" dirty="0"/>
          </a:p>
        </p:txBody>
      </p:sp>
      <p:sp>
        <p:nvSpPr>
          <p:cNvPr id="13" name="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65392" y="2578608"/>
            <a:ext cx="1755648" cy="10058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9FB6E8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29984" y="2697480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3D9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Inquiries welcome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729984" y="2980944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>
                <a:solidFill>
                  <a:srgbClr val="B9C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 or business email — a reply within three business days.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9808" y="3913632"/>
            <a:ext cx="7644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2F6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“Eight years. Full map. No private debt.”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9808" y="4370832"/>
            <a:ext cx="7644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FA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Travis  ·  Marysville, WA  ·  August 2026</a:t>
            </a:r>
            <a:endParaRPr lang="en-US" sz="1050">
              <a:solidFill>
                <a:srgbClr val="8FA3CC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marL="0" indent="0" algn="ctr">
              <a:buNone/>
            </a:pPr>
            <a:r>
              <a:rPr lang="en-US" sz="1050">
                <a:solidFill>
                  <a:srgbClr val="8FA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linkedin.com/in/travis-r-514845176  ·  johnspartan13524@gmail.com</a:t>
            </a:r>
            <a:endParaRPr lang="en-US" sz="1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1173</Words>
  <Application>Microsoft Office PowerPoint</Application>
  <PresentationFormat>On-screen Show (16:9)</PresentationFormat>
  <Paragraphs>117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Office Theme</vt:lpstr>
      <vt:lpstr>My Eight-Year Education Plan</vt:lpstr>
      <vt:lpstr>Why this plan is public</vt:lpstr>
      <vt:lpstr>Academic timeline</vt:lpstr>
      <vt:lpstr>Pell Grant pacing strategy</vt:lpstr>
      <vt:lpstr>Income-sourcing strategy</vt:lpstr>
      <vt:lpstr>WakeForms — more than a side project</vt:lpstr>
      <vt:lpstr>Sponsors, investors, and aligned partnerships</vt:lpstr>
      <vt:lpstr>What a return could look like</vt:lpstr>
      <vt:lpstr>An invitation for the next decade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Travis Rose</dc:creator>
  <cp:lastModifiedBy>Travis Rose</cp:lastModifiedBy>
  <cp:revision>1</cp:revision>
  <dcterms:created xsi:type="dcterms:W3CDTF">2026-08-20T18:11:08Z</dcterms:created>
  <dcterms:modified xsi:type="dcterms:W3CDTF">2026-08-20T18:50:57Z</dcterms:modified>
</cp:coreProperties>
</file>